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CC00FF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0929"/>
  </p:normalViewPr>
  <p:slideViewPr>
    <p:cSldViewPr>
      <p:cViewPr varScale="1">
        <p:scale>
          <a:sx n="91" d="100"/>
          <a:sy n="91" d="100"/>
        </p:scale>
        <p:origin x="90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088" y="295275"/>
            <a:ext cx="838200" cy="7683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17196-8EAE-44C4-8378-A200F114F92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7937342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8" /><Relationship Type="http://schemas.openxmlformats.org/officeDocument/2006/relationships/image" Target="/ppt/media/image4.png" Id="rId21" /><Relationship Type="http://schemas.openxmlformats.org/officeDocument/2006/relationships/slideLayout" Target="/ppt/slideLayouts/slideLayout7.xml" Id="rId7" /><Relationship Type="http://schemas.openxmlformats.org/officeDocument/2006/relationships/image" Target="/ppt/media/image3.png" Id="rId20" /><Relationship Type="http://schemas.openxmlformats.org/officeDocument/2006/relationships/image" Target="/ppt/media/image6.jpeg" Id="rId23" /><Relationship Type="http://schemas.openxmlformats.org/officeDocument/2006/relationships/image" Target="/ppt/media/image2.png" Id="rId19" /><Relationship Type="http://schemas.openxmlformats.org/officeDocument/2006/relationships/image" Target="/ppt/media/image5.png" Id="rId22" /></Relationships>
</file>

<file path=ppt/slideMasters/slideMaster1.xml><?xml version="1.0" encoding="utf-8"?>
<p:sldMaster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 bwMode="auto">
          <a:xfrm>
            <a:off x="0" y="2670175"/>
            <a:ext cx="4037013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 bwMode="auto">
          <a:xfrm>
            <a:off x="0" y="2892425"/>
            <a:ext cx="1522413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31" name="Picture 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 bwMode="auto">
          <a:xfrm>
            <a:off x="7999413" y="0"/>
            <a:ext cx="1603375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 bwMode="auto">
          <a:xfrm>
            <a:off x="8605838" y="6096000"/>
            <a:ext cx="9937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Title Placeholder 1"/>
          <p:cNvSpPr>
            <a:spLocks noGrp="1"/>
          </p:cNvSpPr>
          <p:nvPr>
            <p:ph type="title"/>
          </p:nvPr>
        </p:nvSpPr>
        <p:spPr bwMode="auto">
          <a:xfrm>
            <a:off x="646113" y="452438"/>
            <a:ext cx="940435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HK" smtClean="0"/>
          </a:p>
        </p:txBody>
      </p:sp>
      <p:sp>
        <p:nvSpPr>
          <p:cNvPr id="10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03313" y="2052638"/>
            <a:ext cx="8947150" cy="419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HK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238" y="1790700"/>
            <a:ext cx="990600" cy="3048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118" y="3225007"/>
            <a:ext cx="3859213" cy="304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pic>
        <p:nvPicPr>
          <p:cNvPr id="2" name="Picture 2" descr="https://peoplesgospelchurch.org/wp-content/uploads/2020/05/%E5%A5%89%E7%8D%BB-1024x726.jpeg"/>
          <p:cNvPicPr>
            <a:picLocks noChangeAspect="1" noChangeArrowheads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" b="1191"/>
          <a:stretch/>
        </p:blipFill>
        <p:spPr bwMode="auto">
          <a:xfrm>
            <a:off x="0" y="-69051"/>
            <a:ext cx="12192000" cy="692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7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60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87840" y="5229200"/>
            <a:ext cx="341632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4800" b="1" kern="140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文鼎中黑" panose="020B0609000000000000" pitchFamily="49" charset="-120"/>
                <a:ea typeface="文鼎中黑" panose="020B0609000000000000" pitchFamily="49" charset="-120"/>
              </a:rPr>
              <a:t>請保持</a:t>
            </a:r>
            <a:r>
              <a:rPr lang="zh-TW" altLang="en-US" sz="4800" b="1" kern="1400" cap="none" spc="6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文鼎中黑" panose="020B0609000000000000" pitchFamily="49" charset="-120"/>
                <a:ea typeface="文鼎中黑" panose="020B0609000000000000" pitchFamily="49" charset="-120"/>
              </a:rPr>
              <a:t>安靜</a:t>
            </a:r>
            <a:endParaRPr lang="zh-HK" altLang="en-US" sz="4800" b="1" cap="none" spc="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_rels/theme1.xml.rels>&#65279;<?xml version="1.0" encoding="utf-8"?><Relationships xmlns="http://schemas.openxmlformats.org/package/2006/relationships"><Relationship Type="http://schemas.openxmlformats.org/officeDocument/2006/relationships/image" Target="/ppt/media/image1.jpeg" Id="rId1" 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離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</TotalTime>
  <Words>3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文鼎中黑</vt:lpstr>
      <vt:lpstr>新細明體</vt:lpstr>
      <vt:lpstr>Arial</vt:lpstr>
      <vt:lpstr>Century Gothic</vt:lpstr>
      <vt:lpstr>Times New Roman</vt:lpstr>
      <vt:lpstr>Wingdings 3</vt:lpstr>
      <vt:lpstr>離子</vt:lpstr>
      <vt:lpstr>PowerPoint 簡報</vt:lpstr>
    </vt:vector>
  </TitlesOfParts>
  <Company>Cumberland Presbyterian Church Hong Kong Presbytery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av</cp:lastModifiedBy>
  <cp:revision>162</cp:revision>
  <dcterms:created xsi:type="dcterms:W3CDTF">2000-12-15T05:17:58Z</dcterms:created>
  <dcterms:modified xsi:type="dcterms:W3CDTF">2026-03-22T02:38:01Z</dcterms:modified>
</cp:coreProperties>
</file>