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sldIdLst>
    <p:sldId id="258" r:id="rId2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66"/>
    <a:srgbClr val="CC00FF"/>
    <a:srgbClr val="FF00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0929"/>
  </p:normalViewPr>
  <p:slideViewPr>
    <p:cSldViewPr>
      <p:cViewPr varScale="1">
        <p:scale>
          <a:sx n="91" d="100"/>
          <a:sy n="91" d="100"/>
        </p:scale>
        <p:origin x="90" y="4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5C05A7-16B4-49C9-9C71-DE0142675BA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11102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3E22C3-26BD-4CD5-AE4D-501F87409955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75713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DA3146-396D-4710-ADA0-0C14F3E5E5F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56308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A504C9-CADE-4341-9B62-7AD08ADD29F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2276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9129323-B0B5-41FA-9890-4E5A5CE8B5A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47038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55A66A-D6D9-40BE-9E5D-FD7885A96FF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24630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F17196-8EAE-44C4-8378-A200F114F92A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79373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101FFB-36DE-4624-A8AD-B2459AF302FA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3010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 smtClean="0"/>
              <a:t>按一下圖示以新增圖片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7B69FE-373C-4189-8EB4-9C661A25492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05828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 smtClean="0"/>
              <a:t>按一下圖示以新增圖片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1F968B-EE5E-4E4C-8311-8100A1511E85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0668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317AE5-C145-46C3-84F2-5D72C5D65D5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77350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1"/>
          <p:cNvSpPr txBox="1"/>
          <p:nvPr/>
        </p:nvSpPr>
        <p:spPr>
          <a:xfrm>
            <a:off x="898525" y="971550"/>
            <a:ext cx="801688" cy="1970088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dirty="0"/>
              <a:t>“</a:t>
            </a:r>
          </a:p>
        </p:txBody>
      </p:sp>
      <p:sp>
        <p:nvSpPr>
          <p:cNvPr id="6" name="TextBox 14"/>
          <p:cNvSpPr txBox="1"/>
          <p:nvPr/>
        </p:nvSpPr>
        <p:spPr>
          <a:xfrm>
            <a:off x="9329738" y="2613025"/>
            <a:ext cx="803275" cy="1970088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dirty="0"/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rtlCol="0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7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87E84D-1998-4C9F-8BAC-C26C7234D84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320455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19912B2-8367-475D-831C-F0BDC3E9FF6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95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16"/>
          <p:cNvCxnSpPr/>
          <p:nvPr/>
        </p:nvCxnSpPr>
        <p:spPr>
          <a:xfrm>
            <a:off x="3725863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7"/>
          <p:cNvCxnSpPr/>
          <p:nvPr/>
        </p:nvCxnSpPr>
        <p:spPr>
          <a:xfrm>
            <a:off x="6962775" y="2133600"/>
            <a:ext cx="0" cy="3967163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20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42DDBE-8A23-4C9B-9489-619CCCB368C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056599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8"/>
          <p:cNvCxnSpPr/>
          <p:nvPr/>
        </p:nvCxnSpPr>
        <p:spPr>
          <a:xfrm>
            <a:off x="3725863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9"/>
          <p:cNvCxnSpPr/>
          <p:nvPr/>
        </p:nvCxnSpPr>
        <p:spPr>
          <a:xfrm>
            <a:off x="6962775" y="2133600"/>
            <a:ext cx="0" cy="3967163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 smtClean="0"/>
              <a:t>按一下圖示以新增圖片</a:t>
            </a:r>
            <a:endParaRPr lang="en-US" noProof="0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 smtClean="0"/>
              <a:t>按一下圖示以新增圖片</a:t>
            </a:r>
            <a:endParaRPr lang="en-US" noProof="0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 smtClean="0"/>
              <a:t>按一下圖示以新增圖片</a:t>
            </a:r>
            <a:endParaRPr lang="en-US" noProof="0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" name="Footer Placehold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25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A6199D-32C0-4EDE-93CA-A03C61A498C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201904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3755824-EEFD-4BFE-AAA8-F30B1BD5804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493643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088" y="295275"/>
            <a:ext cx="838200" cy="7683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E5BCCB-5D83-4663-A665-E8C6EA44342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9972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6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>
            <a:fillRect/>
          </a:stretch>
        </p:blipFill>
        <p:spPr bwMode="auto">
          <a:xfrm>
            <a:off x="0" y="2670175"/>
            <a:ext cx="4037013" cy="4187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6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>
            <a:fillRect/>
          </a:stretch>
        </p:blipFill>
        <p:spPr bwMode="auto">
          <a:xfrm>
            <a:off x="0" y="2892425"/>
            <a:ext cx="1522413" cy="236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1031" name="Picture 8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>
            <a:fillRect/>
          </a:stretch>
        </p:blipFill>
        <p:spPr bwMode="auto">
          <a:xfrm>
            <a:off x="7999413" y="0"/>
            <a:ext cx="1603375" cy="1141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/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>
            <a:fillRect/>
          </a:stretch>
        </p:blipFill>
        <p:spPr bwMode="auto">
          <a:xfrm>
            <a:off x="8605838" y="6096000"/>
            <a:ext cx="993775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4" name="Title Placeholder 1"/>
          <p:cNvSpPr>
            <a:spLocks noGrp="1"/>
          </p:cNvSpPr>
          <p:nvPr>
            <p:ph type="title"/>
          </p:nvPr>
        </p:nvSpPr>
        <p:spPr bwMode="auto">
          <a:xfrm>
            <a:off x="646113" y="452438"/>
            <a:ext cx="9404350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smtClean="0"/>
              <a:t>按一下以編輯母片標題樣式</a:t>
            </a:r>
            <a:endParaRPr lang="en-US" altLang="zh-HK" smtClean="0"/>
          </a:p>
        </p:txBody>
      </p:sp>
      <p:sp>
        <p:nvSpPr>
          <p:cNvPr id="103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103313" y="2052638"/>
            <a:ext cx="8947150" cy="4195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altLang="zh-HK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238" y="1790700"/>
            <a:ext cx="990600" cy="3048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118" y="3225007"/>
            <a:ext cx="3859213" cy="3048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pic>
        <p:nvPicPr>
          <p:cNvPr id="2" name="Picture 2" descr="https://peoplesgospelchurch.org/wp-content/uploads/2020/05/%E5%A5%89%E7%8D%BB-1024x726.jpeg"/>
          <p:cNvPicPr>
            <a:picLocks noChangeAspect="1" noChangeArrowheads="1"/>
          </p:cNvPicPr>
          <p:nvPr userDrawn="1"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7" b="1191"/>
          <a:stretch/>
        </p:blipFill>
        <p:spPr bwMode="auto">
          <a:xfrm>
            <a:off x="0" y="-69051"/>
            <a:ext cx="12192000" cy="6927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5" r:id="rId12"/>
    <p:sldLayoutId id="2147483822" r:id="rId13"/>
    <p:sldLayoutId id="2147483826" r:id="rId14"/>
    <p:sldLayoutId id="2147483827" r:id="rId15"/>
    <p:sldLayoutId id="2147483823" r:id="rId16"/>
    <p:sldLayoutId id="2147483824" r:id="rId17"/>
  </p:sldLayoutIdLst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defRPr sz="4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Century Gothic" panose="020B0502020202020204" pitchFamily="34" charset="0"/>
          <a:ea typeface="新細明體" panose="02020500000000000000" pitchFamily="18" charset="-12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Century Gothic" panose="020B0502020202020204" pitchFamily="34" charset="0"/>
          <a:ea typeface="新細明體" panose="02020500000000000000" pitchFamily="18" charset="-12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Century Gothic" panose="020B0502020202020204" pitchFamily="34" charset="0"/>
          <a:ea typeface="新細明體" panose="02020500000000000000" pitchFamily="18" charset="-12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Century Gothic" panose="020B0502020202020204" pitchFamily="34" charset="0"/>
          <a:ea typeface="新細明體" panose="02020500000000000000" pitchFamily="18" charset="-12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sz="160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sz="140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sz="140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4387840" y="5229200"/>
            <a:ext cx="3416320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4800" b="1" kern="1400" cap="none" spc="0" dirty="0" smtClean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文鼎中黑" panose="020B0609000000000000" pitchFamily="49" charset="-120"/>
                <a:ea typeface="文鼎中黑" panose="020B0609000000000000" pitchFamily="49" charset="-120"/>
              </a:rPr>
              <a:t>請保持</a:t>
            </a:r>
            <a:r>
              <a:rPr lang="zh-TW" altLang="en-US" sz="4800" b="1" kern="1400" cap="none" spc="600" dirty="0" smtClean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文鼎中黑" panose="020B0609000000000000" pitchFamily="49" charset="-120"/>
                <a:ea typeface="文鼎中黑" panose="020B0609000000000000" pitchFamily="49" charset="-120"/>
              </a:rPr>
              <a:t>安靜</a:t>
            </a:r>
            <a:endParaRPr lang="zh-HK" altLang="en-US" sz="4800" b="1" cap="none" spc="60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離子">
  <a:themeElements>
    <a:clrScheme name="離子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離子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離子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1030</TotalTime>
  <Words>3</Words>
  <Application>Microsoft Office PowerPoint</Application>
  <PresentationFormat>寬螢幕</PresentationFormat>
  <Paragraphs>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文鼎中黑</vt:lpstr>
      <vt:lpstr>新細明體</vt:lpstr>
      <vt:lpstr>Arial</vt:lpstr>
      <vt:lpstr>Century Gothic</vt:lpstr>
      <vt:lpstr>Times New Roman</vt:lpstr>
      <vt:lpstr>Wingdings 3</vt:lpstr>
      <vt:lpstr>離子</vt:lpstr>
      <vt:lpstr>PowerPoint 簡報</vt:lpstr>
    </vt:vector>
  </TitlesOfParts>
  <Company>Cumberland Presbyterian Church Hong Kong Presbytery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Tao Hsien Church</dc:creator>
  <cp:lastModifiedBy>av</cp:lastModifiedBy>
  <cp:revision>162</cp:revision>
  <dcterms:created xsi:type="dcterms:W3CDTF">2000-12-15T05:17:58Z</dcterms:created>
  <dcterms:modified xsi:type="dcterms:W3CDTF">2026-03-22T02:38:01Z</dcterms:modified>
</cp:coreProperties>
</file>