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0" autoAdjust="0"/>
    <p:restoredTop sz="90929"/>
  </p:normalViewPr>
  <p:slideViewPr>
    <p:cSldViewPr>
      <p:cViewPr varScale="1">
        <p:scale>
          <a:sx n="81" d="100"/>
          <a:sy n="81" d="100"/>
        </p:scale>
        <p:origin x="110" y="6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Fung" userId="e9dde229f212a63a" providerId="LiveId" clId="{93633A32-047D-4520-A77C-631916EDD4D7}"/>
    <pc:docChg chg="custSel modSld">
      <pc:chgData name="Sam Fung" userId="e9dde229f212a63a" providerId="LiveId" clId="{93633A32-047D-4520-A77C-631916EDD4D7}" dt="2026-09-03T04:51:48.876" v="12" actId="14100"/>
      <pc:docMkLst>
        <pc:docMk/>
      </pc:docMkLst>
      <pc:sldChg chg="delSp modSp mod">
        <pc:chgData name="Sam Fung" userId="e9dde229f212a63a" providerId="LiveId" clId="{93633A32-047D-4520-A77C-631916EDD4D7}" dt="2026-09-03T04:51:48.876" v="12" actId="14100"/>
        <pc:sldMkLst>
          <pc:docMk/>
          <pc:sldMk cId="0" sldId="258"/>
        </pc:sldMkLst>
        <pc:spChg chg="mod">
          <ac:chgData name="Sam Fung" userId="e9dde229f212a63a" providerId="LiveId" clId="{93633A32-047D-4520-A77C-631916EDD4D7}" dt="2026-09-03T04:51:48.876" v="12" actId="14100"/>
          <ac:spMkLst>
            <pc:docMk/>
            <pc:sldMk cId="0" sldId="258"/>
            <ac:spMk id="5" creationId="{28F5D2E6-A08A-7B4A-B06A-FE8E3F86E948}"/>
          </ac:spMkLst>
        </pc:spChg>
        <pc:spChg chg="mod">
          <ac:chgData name="Sam Fung" userId="e9dde229f212a63a" providerId="LiveId" clId="{93633A32-047D-4520-A77C-631916EDD4D7}" dt="2026-09-03T04:51:15.242" v="10" actId="3064"/>
          <ac:spMkLst>
            <pc:docMk/>
            <pc:sldMk cId="0" sldId="258"/>
            <ac:spMk id="7" creationId="{0B468795-BBE2-5DF0-E157-0B2FDFF28BEB}"/>
          </ac:spMkLst>
        </pc:spChg>
        <pc:spChg chg="del">
          <ac:chgData name="Sam Fung" userId="e9dde229f212a63a" providerId="LiveId" clId="{93633A32-047D-4520-A77C-631916EDD4D7}" dt="2026-09-03T04:50:29.412" v="0" actId="478"/>
          <ac:spMkLst>
            <pc:docMk/>
            <pc:sldMk cId="0" sldId="258"/>
            <ac:spMk id="10" creationId="{182665BA-26C3-6A88-82B8-96BF007A5418}"/>
          </ac:spMkLst>
        </pc:spChg>
        <pc:spChg chg="del">
          <ac:chgData name="Sam Fung" userId="e9dde229f212a63a" providerId="LiveId" clId="{93633A32-047D-4520-A77C-631916EDD4D7}" dt="2026-09-03T04:50:38.711" v="1" actId="478"/>
          <ac:spMkLst>
            <pc:docMk/>
            <pc:sldMk cId="0" sldId="258"/>
            <ac:spMk id="14" creationId="{A7A17480-A353-E66D-F889-94590C1549D4}"/>
          </ac:spMkLst>
        </pc:spChg>
        <pc:spChg chg="del">
          <ac:chgData name="Sam Fung" userId="e9dde229f212a63a" providerId="LiveId" clId="{93633A32-047D-4520-A77C-631916EDD4D7}" dt="2026-09-03T04:50:40.696" v="2" actId="478"/>
          <ac:spMkLst>
            <pc:docMk/>
            <pc:sldMk cId="0" sldId="258"/>
            <ac:spMk id="18" creationId="{55E377FB-A8AD-4F58-6ADF-B18220DFF1D4}"/>
          </ac:spMkLst>
        </pc:spChg>
        <pc:spChg chg="del">
          <ac:chgData name="Sam Fung" userId="e9dde229f212a63a" providerId="LiveId" clId="{93633A32-047D-4520-A77C-631916EDD4D7}" dt="2026-09-03T04:50:43.640" v="3" actId="478"/>
          <ac:spMkLst>
            <pc:docMk/>
            <pc:sldMk cId="0" sldId="258"/>
            <ac:spMk id="22" creationId="{56348A8B-7C85-60F7-B275-13B009FC3AD7}"/>
          </ac:spMkLst>
        </pc:spChg>
        <pc:spChg chg="del">
          <ac:chgData name="Sam Fung" userId="e9dde229f212a63a" providerId="LiveId" clId="{93633A32-047D-4520-A77C-631916EDD4D7}" dt="2026-09-03T04:50:45.699" v="4" actId="478"/>
          <ac:spMkLst>
            <pc:docMk/>
            <pc:sldMk cId="0" sldId="258"/>
            <ac:spMk id="25" creationId="{3FA10F36-C987-AD4E-A74D-1F3E04437631}"/>
          </ac:spMkLst>
        </pc:spChg>
        <pc:spChg chg="del">
          <ac:chgData name="Sam Fung" userId="e9dde229f212a63a" providerId="LiveId" clId="{93633A32-047D-4520-A77C-631916EDD4D7}" dt="2026-09-03T04:50:47.472" v="5" actId="478"/>
          <ac:spMkLst>
            <pc:docMk/>
            <pc:sldMk cId="0" sldId="258"/>
            <ac:spMk id="27" creationId="{A85FF4B5-C86C-8DDB-2EC6-13E738241DE5}"/>
          </ac:spMkLst>
        </pc:spChg>
        <pc:spChg chg="del">
          <ac:chgData name="Sam Fung" userId="e9dde229f212a63a" providerId="LiveId" clId="{93633A32-047D-4520-A77C-631916EDD4D7}" dt="2026-09-03T04:50:49.545" v="6" actId="478"/>
          <ac:spMkLst>
            <pc:docMk/>
            <pc:sldMk cId="0" sldId="258"/>
            <ac:spMk id="29" creationId="{2EC66CD0-8517-2ED2-D2E8-907BDB9AC7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38B4D6-7ED0-4B23-A514-7AC65B13312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7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C13DA6-EC3D-4210-BB39-06BC8798108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93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6AA1E2-5D4A-47C9-89E0-F06E4C09B62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352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D663D8-6694-40A8-B333-EDE25DD45A3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171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9677D6-12EB-42FB-942A-C1B813ACEE3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159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14EDA-D0E3-4A23-9C8E-4DD1D1A9C1F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21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2C3E43-C291-4E53-9F5B-664E170F283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34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56343F-B110-4F07-8FE0-CCBB8DEB720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858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3F0875-F5D6-4A55-AEA9-919A619BCC3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243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9C7BC-AB46-4A1A-9FCD-C34B153E26B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710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C8F69D-AE87-4DA9-B6E1-EBDC8F09F56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536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B5C9F5B-8CDA-4745-B23B-F301A5CED1A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27" name="Picture 3" descr="5fdf8db1cb134954c2c515f55b4e9258d0094a4c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8" b="20940"/>
          <a:stretch>
            <a:fillRect/>
          </a:stretch>
        </p:blipFill>
        <p:spPr bwMode="auto">
          <a:xfrm>
            <a:off x="0" y="2300288"/>
            <a:ext cx="12192000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90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ss/00_&#23815;&#25308;&#39511;&#35657;&#30908;.ppsx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4481736"/>
            <a:ext cx="12192000" cy="2376264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19336" y="4509120"/>
            <a:ext cx="120726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溫馨提示</a:t>
            </a:r>
            <a:endParaRPr lang="en-US" altLang="zh-TW" sz="4800" b="1" dirty="0">
              <a:latin typeface="文鼎中特明" panose="02020909000000000000" pitchFamily="49" charset="-120"/>
              <a:ea typeface="文鼎中特明" panose="02020909000000000000" pitchFamily="49" charset="-120"/>
            </a:endParaRPr>
          </a:p>
          <a:p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崇拜期間：請關掉</a:t>
            </a:r>
            <a:r>
              <a:rPr lang="zh-TW" altLang="en-US" sz="4800" b="1" dirty="0">
                <a:solidFill>
                  <a:srgbClr val="FF0000"/>
                </a:solidFill>
                <a:latin typeface="文鼎中特明" panose="02020909000000000000" pitchFamily="49" charset="-120"/>
                <a:ea typeface="文鼎中特明" panose="02020909000000000000" pitchFamily="49" charset="-120"/>
              </a:rPr>
              <a:t>手機</a:t>
            </a:r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或設定靜音</a:t>
            </a:r>
            <a:endParaRPr lang="en-US" altLang="zh-TW" sz="4800" b="1" dirty="0">
              <a:latin typeface="文鼎中特明" panose="02020909000000000000" pitchFamily="49" charset="-120"/>
              <a:ea typeface="文鼎中特明" panose="02020909000000000000" pitchFamily="49" charset="-120"/>
            </a:endParaRPr>
          </a:p>
          <a:p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                              </a:t>
            </a:r>
            <a:r>
              <a:rPr lang="zh-TW" altLang="en-US" sz="4800" b="1" dirty="0">
                <a:solidFill>
                  <a:srgbClr val="FF0000"/>
                </a:solidFill>
                <a:latin typeface="文鼎中特明" panose="02020909000000000000" pitchFamily="49" charset="-120"/>
                <a:ea typeface="文鼎中特明" panose="02020909000000000000" pitchFamily="49" charset="-120"/>
              </a:rPr>
              <a:t>切勿拍攝</a:t>
            </a:r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，以免影響聚會</a:t>
            </a:r>
            <a:endParaRPr lang="zh-HK" altLang="en-US" sz="4800" b="1" dirty="0">
              <a:latin typeface="文鼎中特明" panose="02020909000000000000" pitchFamily="49" charset="-120"/>
              <a:ea typeface="文鼎中特明" panose="02020909000000000000" pitchFamily="49" charset="-120"/>
            </a:endParaRPr>
          </a:p>
        </p:txBody>
      </p:sp>
      <p:sp>
        <p:nvSpPr>
          <p:cNvPr id="5" name="AUTO_LINK_CONTAINER">
            <a:extLst>
              <a:ext uri="{FF2B5EF4-FFF2-40B4-BE49-F238E27FC236}">
                <a16:creationId xmlns:a16="http://schemas.microsoft.com/office/drawing/2014/main" id="{28F5D2E6-A08A-7B4A-B06A-FE8E3F86E948}"/>
              </a:ext>
            </a:extLst>
          </p:cNvPr>
          <p:cNvSpPr txBox="1"/>
          <p:nvPr/>
        </p:nvSpPr>
        <p:spPr>
          <a:xfrm>
            <a:off x="263352" y="188640"/>
            <a:ext cx="11665296" cy="38164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HK" altLang="en-US" dirty="0"/>
          </a:p>
        </p:txBody>
      </p:sp>
      <p:sp>
        <p:nvSpPr>
          <p:cNvPr id="7" name="TextBox 6">
            <a:hlinkClick r:id="rId2" action="ppaction://hlinkpres?slideindex=1&amp;slidetitle="/>
            <a:extLst>
              <a:ext uri="{FF2B5EF4-FFF2-40B4-BE49-F238E27FC236}">
                <a16:creationId xmlns:a16="http://schemas.microsoft.com/office/drawing/2014/main" id="{0B468795-BBE2-5DF0-E157-0B2FDFF28BEB}"/>
              </a:ext>
            </a:extLst>
          </p:cNvPr>
          <p:cNvSpPr txBox="1"/>
          <p:nvPr/>
        </p:nvSpPr>
        <p:spPr>
          <a:xfrm>
            <a:off x="288435" y="260648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HK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崇拜驗證碼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5889</TotalTime>
  <Words>36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微軟正黑體</vt:lpstr>
      <vt:lpstr>文鼎中特明</vt:lpstr>
      <vt:lpstr>Arial</vt:lpstr>
      <vt:lpstr>Times New Roman</vt:lpstr>
      <vt:lpstr>Office 佈景主題</vt:lpstr>
      <vt:lpstr>PowerPoint Presentation</vt:lpstr>
    </vt:vector>
  </TitlesOfParts>
  <Company>Cumberland Presbyterian Church Hong Kong Presbytery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Sam Fung</cp:lastModifiedBy>
  <cp:revision>598</cp:revision>
  <dcterms:created xsi:type="dcterms:W3CDTF">2000-12-15T05:17:58Z</dcterms:created>
  <dcterms:modified xsi:type="dcterms:W3CDTF">2026-09-03T04:51:51Z</dcterms:modified>
</cp:coreProperties>
</file>