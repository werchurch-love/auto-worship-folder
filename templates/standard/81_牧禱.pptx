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CC00FF"/>
    <a:srgbClr val="FF0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0929"/>
  </p:normalViewPr>
  <p:slideViewPr>
    <p:cSldViewPr>
      <p:cViewPr varScale="1">
        <p:scale>
          <a:sx n="89" d="100"/>
          <a:sy n="89" d="100"/>
        </p:scale>
        <p:origin x="960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HK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5E902-67C6-4F25-9D4B-5C6E8EF05B0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47420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E424B-276D-4CF4-B340-71C36BFBEA5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8763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919696-5246-426B-8725-4DAADF48144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92296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2EC2AF-E6FF-4654-94A1-4A8410A8C37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789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03C378-FE8C-4A21-A609-96CBB3136A7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41038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19D769-5B42-4357-9075-2D8725C3499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54453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A6F5D6-4C46-4C89-B699-D56DDC8189A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20399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587AB-66CC-4568-A6A0-F7D2436D616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3840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HK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D7D8DB-205C-4326-9637-5CF77623165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121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030B6-C86A-458F-A52B-605414CEDE1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72669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6A0D3D-DB0E-49E2-BA84-E6276755D96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5971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2C49213-8A77-4B55-BF55-0DD209ECF0C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HK" altLang="en-US"/>
          </a:p>
        </p:txBody>
      </p:sp>
      <p:pic>
        <p:nvPicPr>
          <p:cNvPr id="3" name="Picture 2" descr="http://news3pic.cdn.org.tw/uploads/big/3d930e8f2340b5ab0a058e31a065bc4f.jp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文字方塊 1"/>
          <p:cNvSpPr txBox="1">
            <a:spLocks noChangeArrowheads="1"/>
          </p:cNvSpPr>
          <p:nvPr/>
        </p:nvSpPr>
        <p:spPr bwMode="auto">
          <a:xfrm>
            <a:off x="7320136" y="5216"/>
            <a:ext cx="3529013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r>
              <a:rPr lang="zh-TW" altLang="en-US" sz="10000" dirty="0">
                <a:latin typeface="文鼎古印體" panose="03000809000000000000" pitchFamily="65" charset="-120"/>
                <a:ea typeface="文鼎古印體" panose="03000809000000000000" pitchFamily="65" charset="-120"/>
              </a:rPr>
              <a:t>牧禱</a:t>
            </a:r>
            <a:endParaRPr lang="zh-HK" altLang="en-US" sz="10000" dirty="0">
              <a:latin typeface="文鼎古印體" panose="03000809000000000000" pitchFamily="65" charset="-120"/>
              <a:ea typeface="文鼎古印體" panose="03000809000000000000" pitchFamily="65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簡報設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9900"/>
      </a:hlink>
      <a:folHlink>
        <a:srgbClr val="969696"/>
      </a:folHlink>
    </a:clrScheme>
    <a:fontScheme name="預設簡報設計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660066"/>
    </a:hlink>
    <a:folHlink>
      <a:srgbClr val="96969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1079</TotalTime>
  <Words>2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文鼎古印體</vt:lpstr>
      <vt:lpstr>新細明體</vt:lpstr>
      <vt:lpstr>Arial</vt:lpstr>
      <vt:lpstr>Times New Roman</vt:lpstr>
      <vt:lpstr>預設簡報設計</vt:lpstr>
      <vt:lpstr>PowerPoint 簡報</vt:lpstr>
    </vt:vector>
  </TitlesOfParts>
  <Company>Cumberland Presbyterian Church Hong Kong Presbytery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Cally Chan</cp:lastModifiedBy>
  <cp:revision>148</cp:revision>
  <dcterms:created xsi:type="dcterms:W3CDTF">2000-12-15T05:17:58Z</dcterms:created>
  <dcterms:modified xsi:type="dcterms:W3CDTF">2023-08-11T07:22:53Z</dcterms:modified>
</cp:coreProperties>
</file>