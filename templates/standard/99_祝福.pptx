
<file path=[Content_Types].xml><?xml version="1.0" encoding="utf-8"?>
<Types xmlns="http://schemas.openxmlformats.org/package/2006/content-types">
  <Default Extension="xml" ContentType="application/vnd.openxmlformats-package.core-properties+xml"/>
  <Default Extension="wmf" ContentType="image/x-wmf"/>
  <Default Extension="jpe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wmf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  <a:srgbClr val="FF99FF"/>
    <a:srgbClr val="660066"/>
    <a:srgbClr val="FF00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0929"/>
  </p:normalViewPr>
  <p:slideViewPr>
    <p:cSldViewPr>
      <p:cViewPr varScale="1">
        <p:scale>
          <a:sx n="89" d="100"/>
          <a:sy n="89" d="100"/>
        </p:scale>
        <p:origin x="960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Id3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ableStyles" Target="/ppt/tableStyles.xml" Id="rId6" /><Relationship Type="http://schemas.openxmlformats.org/officeDocument/2006/relationships/theme" Target="/ppt/theme/theme1.xml" Id="rId5" /><Relationship Type="http://schemas.openxmlformats.org/officeDocument/2006/relationships/viewProps" Target="/ppt/viewProps.xml" Id="rId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E9615B-59EB-44D4-9A67-1C7DAB90CA3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49270068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1.jpeg" Id="rId13" /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/Relationships>
</file>

<file path=ppt/slideMasters/slideMaster1.xml><?xml version="1.0" encoding="utf-8"?>
<p:sldMaster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  <a:endParaRPr lang="en-US" altLang="zh-HK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altLang="zh-HK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C233A52-A66A-421B-A501-7B3F355B660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3" name="Picture 2" descr="https://1.bp.blogspot.com/-C1mlzZNa-V4/U1j6mg8K0LI/AAAAAAAAIgw/WVibBO8SVPA/s1600/rainbow-landscape-2560x1600.jp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7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3"/>
          <p:cNvSpPr txBox="1">
            <a:spLocks noChangeArrowheads="1"/>
          </p:cNvSpPr>
          <p:nvPr/>
        </p:nvSpPr>
        <p:spPr bwMode="auto">
          <a:xfrm>
            <a:off x="5807968" y="1124744"/>
            <a:ext cx="4176464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zh-TW" altLang="en-US" sz="15000" b="1" dirty="0">
                <a:ln>
                  <a:solidFill>
                    <a:schemeClr val="tx1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中隸" panose="03000609000000000000" pitchFamily="65" charset="-120"/>
                <a:ea typeface="文鼎中隸" panose="03000609000000000000" pitchFamily="65" charset="-120"/>
              </a:rPr>
              <a:t>祝福</a:t>
            </a:r>
            <a:endParaRPr lang="en-US" altLang="zh-TW" sz="15000" b="1" dirty="0">
              <a:ln>
                <a:solidFill>
                  <a:schemeClr val="tx1"/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文鼎中隸" panose="03000609000000000000" pitchFamily="65" charset="-120"/>
              <a:ea typeface="文鼎中隸" panose="03000609000000000000" pitchFamily="65" charset="-12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1025</TotalTime>
  <Words>1</Words>
  <Application>Microsoft Office PowerPoint</Application>
  <PresentationFormat>寬螢幕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8" baseType="lpstr">
      <vt:lpstr>文鼎中隸</vt:lpstr>
      <vt:lpstr>新細明體</vt:lpstr>
      <vt:lpstr>Arial</vt:lpstr>
      <vt:lpstr>Calibri</vt:lpstr>
      <vt:lpstr>Calibri Light</vt:lpstr>
      <vt:lpstr>Times New Roman</vt:lpstr>
      <vt:lpstr>Office 佈景主題</vt:lpstr>
      <vt:lpstr>PowerPoint 簡報</vt:lpstr>
    </vt:vector>
  </TitlesOfParts>
  <Company>Cumberland Presbyterian Church Hong Kong Presbytery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Tao Hsien Church</dc:creator>
  <cp:lastModifiedBy>Cally Chan</cp:lastModifiedBy>
  <cp:revision>155</cp:revision>
  <dcterms:created xsi:type="dcterms:W3CDTF">2000-12-15T05:17:58Z</dcterms:created>
  <dcterms:modified xsi:type="dcterms:W3CDTF">2021-07-31T03:20:44Z</dcterms:modified>
</cp:coreProperties>
</file>