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72" y="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A4C3DAC0-7F40-71A6-2113-331E0A8A0454}"/>
              </a:ext>
            </a:extLst>
          </p:cNvPr>
          <p:cNvSpPr>
            <a:spLocks/>
          </p:cNvSpPr>
          <p:nvPr/>
        </p:nvSpPr>
        <p:spPr bwMode="auto">
          <a:xfrm>
            <a:off x="0" y="4324350"/>
            <a:ext cx="1744663" cy="777875"/>
          </a:xfrm>
          <a:custGeom>
            <a:avLst/>
            <a:gdLst>
              <a:gd name="T0" fmla="*/ 1346017 w 372"/>
              <a:gd name="T1" fmla="*/ 777875 h 166"/>
              <a:gd name="T2" fmla="*/ 1374157 w 372"/>
              <a:gd name="T3" fmla="*/ 768503 h 166"/>
              <a:gd name="T4" fmla="*/ 1378847 w 372"/>
              <a:gd name="T5" fmla="*/ 763817 h 166"/>
              <a:gd name="T6" fmla="*/ 1735283 w 372"/>
              <a:gd name="T7" fmla="*/ 407681 h 166"/>
              <a:gd name="T8" fmla="*/ 1735283 w 372"/>
              <a:gd name="T9" fmla="*/ 365508 h 166"/>
              <a:gd name="T10" fmla="*/ 1378847 w 372"/>
              <a:gd name="T11" fmla="*/ 14058 h 166"/>
              <a:gd name="T12" fmla="*/ 1374157 w 372"/>
              <a:gd name="T13" fmla="*/ 9372 h 166"/>
              <a:gd name="T14" fmla="*/ 1346017 w 372"/>
              <a:gd name="T15" fmla="*/ 0 h 166"/>
              <a:gd name="T16" fmla="*/ 0 w 372"/>
              <a:gd name="T17" fmla="*/ 0 h 166"/>
              <a:gd name="T18" fmla="*/ 0 w 372"/>
              <a:gd name="T19" fmla="*/ 777875 h 166"/>
              <a:gd name="T20" fmla="*/ 1346017 w 372"/>
              <a:gd name="T21" fmla="*/ 777875 h 1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71D9B5C-6D05-B81B-3E96-AB116871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A85A81-7863-3FEB-50AB-F8B45979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089E8A-6976-2517-6C4D-2E7F6C43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4529138"/>
            <a:ext cx="779462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1EE3106-6F09-496D-AFD3-090CD88406B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6159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897DF-0FE0-052E-F634-AA1985D1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9F1B4-3020-2E0C-8CEA-4BFED845F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FDD3F-86D6-0C14-77E3-2007C8B5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0F24C-5215-4960-B6FB-8191988A6F3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6971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99FA667E-CC96-1AF6-D01E-E2947FBA975E}"/>
              </a:ext>
            </a:extLst>
          </p:cNvPr>
          <p:cNvSpPr>
            <a:spLocks/>
          </p:cNvSpPr>
          <p:nvPr/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AF06ED0-0E7E-212F-7BCB-2FED7C985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B55E983-4BB5-49B2-B08B-D429E0304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C9D4BD-1C1C-B448-9AC9-8FC0DF8B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800D3F1-226F-42EE-A9E4-AB1FB57786C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4710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19CEE30C-1D3F-E6E7-D05B-5DE28BEC7F94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01F0A-91BA-D3B8-7B6B-33E348BCD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DF89B-0599-8D21-6478-83E36874C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5ADCF3-AF35-4D40-4938-1A65D4C5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C7DCD6F-F64F-4E95-86F2-777C0AFC6C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70628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8B5872B1-735F-22AE-905F-0D7934D74622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D86F7-68BD-09C2-BBFB-77462891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50504-A624-2519-75FC-7A862D39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B8EF13-5E79-5F5B-42BA-23E2C77B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1191202-5008-4987-82D8-6334B312DF9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602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EEEEC6AD-0E24-C8E2-98F5-141CFB291B7E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2383F6AD-6632-3C0A-E5DE-73E38ADC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E0CB828-F69F-C5D6-B7CF-8D0087B9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26EAF5F-CC22-0BD7-A00C-786B3D0F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C33A52-D703-4D08-BDA5-EB6D400E85B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01915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37EAFAFA-EA89-A4F8-AD9B-086D38A57F00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BB70B75D-9417-AEDC-62F0-5223E380A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604CEBE-F75C-D70F-0C32-27D8336C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344175F-077A-0D94-6B6A-2A06FA11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09AB9A-A431-4716-B7AA-4677C1FAC4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879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4242A188-16F6-D93B-5B47-8EA11A942F41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F1050D9-739B-EF5A-3405-55B3F953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7B38ED9-C1EB-D8B5-FEE9-11A2C8AE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73C429C-4F50-0D0C-2E17-18427D14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6DFDB3-50B0-48A8-B321-55B9C0FF7A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258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3DEFDE58-ACB7-3E6E-263F-AC2D6A72162C}"/>
              </a:ext>
            </a:extLst>
          </p:cNvPr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6E7C24C-D54B-30A7-C0FB-520DB6FE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58EA934-A084-2CA1-878A-E6ADF669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7B6488A-EE3D-EEFF-EB2D-961EED2E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09F2A9-3970-4D9A-B939-1376D8C77C2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233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34E3AA7D-EF66-1A24-5430-A82D2843DF9F}"/>
              </a:ext>
            </a:extLst>
          </p:cNvPr>
          <p:cNvSpPr>
            <a:spLocks/>
          </p:cNvSpPr>
          <p:nvPr/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8F5BA45-183F-F5DB-F7C5-FC599053C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C56B98F-475E-76EA-96E5-E0A58433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E8A855-B1E4-2961-52DB-8DCC371F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C1F28A-D7D9-4F34-ABE6-C2831589EE6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248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0A98AA8B-8B71-9F2E-CC85-D2DBDF9D0096}"/>
              </a:ext>
            </a:extLst>
          </p:cNvPr>
          <p:cNvSpPr>
            <a:spLocks/>
          </p:cNvSpPr>
          <p:nvPr/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2B075367-AF18-BED2-9B26-98E503124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647700"/>
            <a:ext cx="6096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HK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B2BDEA70-9496-5A9B-5921-38E7887A1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4088" y="2905125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HK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B5632B-212A-3E41-5A4B-25FC968AD5D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B0C8D88-73C0-EED7-BC55-FB682C2230B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341355-3EE3-81FE-67FC-E44CE1DF50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746DC75-5411-4BF1-9F18-3714F19BE6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173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8D1DF489-B97B-6787-2AA2-BDDA72099AA0}"/>
              </a:ext>
            </a:extLst>
          </p:cNvPr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2F7BA-9F13-002A-CB03-FB51431B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11038-D7EC-2598-49FC-F5C93AF4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A271B-86E8-1A82-07D4-62BFF546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A03E5F-2AD5-4580-A155-81943A95F05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39015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2AB1DF0B-6C33-1986-6B13-034AC6CF2CBC}"/>
              </a:ext>
            </a:extLst>
          </p:cNvPr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5A37BA04-C774-93A1-3BB5-27A6D55DB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647700"/>
            <a:ext cx="6096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HK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0FF8312B-A749-6373-344E-1DE08AB24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4088" y="2905125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en-US" altLang="zh-HK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F8DAD092-3E51-75BF-8F8D-ADDDBD1401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4CF4F01-663B-B056-DE96-C2B221AFEB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F80072C-FF8D-6314-DE43-271DADC773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F9E7AF1-D61C-4E51-B48E-0C713286A06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5637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0A97951C-ACF5-63F4-8CC6-8369DD62D5A6}"/>
              </a:ext>
            </a:extLst>
          </p:cNvPr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3CE13-83DD-0830-B690-BEB63CB30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CAD59-9616-BFDF-908F-D5C9089E38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5A25A-05C3-53CD-3983-FD5EA4B5A0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1278B82-8B7F-4660-A6E3-C0E9E19B68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9188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7AA10C19-65F7-A5B9-CAC8-5E5EDF4C17DB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EF45256-8C86-DAC9-04C6-06BC8C80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2B6D08-0C91-1716-F17A-10EE91F43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AFFE0C-75B1-E8F3-2703-94666C31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446D80B-3240-4DA6-A8B3-076D7B48FD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7543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BBAE5DFE-F3AD-DCDE-7709-57A072984159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1589088 w 9248"/>
              <a:gd name="T1" fmla="*/ 238811 h 10000"/>
              <a:gd name="T2" fmla="*/ 1360038 w 9248"/>
              <a:gd name="T3" fmla="*/ 9550 h 10000"/>
              <a:gd name="T4" fmla="*/ 1355055 w 9248"/>
              <a:gd name="T5" fmla="*/ 4775 h 10000"/>
              <a:gd name="T6" fmla="*/ 1340793 w 9248"/>
              <a:gd name="T7" fmla="*/ 0 h 10000"/>
              <a:gd name="T8" fmla="*/ 1250067 w 9248"/>
              <a:gd name="T9" fmla="*/ 0 h 10000"/>
              <a:gd name="T10" fmla="*/ 0 w 9248"/>
              <a:gd name="T11" fmla="*/ 3556 h 10000"/>
              <a:gd name="T12" fmla="*/ 4296 w 9248"/>
              <a:gd name="T13" fmla="*/ 508000 h 10000"/>
              <a:gd name="T14" fmla="*/ 1250067 w 9248"/>
              <a:gd name="T15" fmla="*/ 506273 h 10000"/>
              <a:gd name="T16" fmla="*/ 1340793 w 9248"/>
              <a:gd name="T17" fmla="*/ 506273 h 10000"/>
              <a:gd name="T18" fmla="*/ 1355055 w 9248"/>
              <a:gd name="T19" fmla="*/ 501498 h 10000"/>
              <a:gd name="T20" fmla="*/ 1360038 w 9248"/>
              <a:gd name="T21" fmla="*/ 496722 h 10000"/>
              <a:gd name="T22" fmla="*/ 1589088 w 9248"/>
              <a:gd name="T23" fmla="*/ 267462 h 10000"/>
              <a:gd name="T24" fmla="*/ 1589088 w 9248"/>
              <a:gd name="T25" fmla="*/ 2388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FFF89C-8675-F1B5-907C-A6C5F8816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ED087C8-0BE1-C085-A74E-D05B2E39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EC0D86-525C-E049-C0ED-3808514A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C36956-78DA-4AA4-AC70-33EC00D3829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627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2">
            <a:extLst>
              <a:ext uri="{FF2B5EF4-FFF2-40B4-BE49-F238E27FC236}">
                <a16:creationId xmlns:a16="http://schemas.microsoft.com/office/drawing/2014/main" id="{B1A1FEF2-AC7A-5544-0995-61C5674C856E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2851150" cy="6638925"/>
            <a:chOff x="2487613" y="285750"/>
            <a:chExt cx="2428875" cy="5654676"/>
          </a:xfrm>
        </p:grpSpPr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871B730B-B3D3-D7E2-B024-24ADA63FB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85725 w 22"/>
                <a:gd name="T1" fmla="*/ 533400 h 136"/>
                <a:gd name="T2" fmla="*/ 66242 w 22"/>
                <a:gd name="T3" fmla="*/ 313765 h 136"/>
                <a:gd name="T4" fmla="*/ 0 w 22"/>
                <a:gd name="T5" fmla="*/ 0 h 136"/>
                <a:gd name="T6" fmla="*/ 0 w 22"/>
                <a:gd name="T7" fmla="*/ 137272 h 136"/>
                <a:gd name="T8" fmla="*/ 77932 w 22"/>
                <a:gd name="T9" fmla="*/ 486335 h 136"/>
                <a:gd name="T10" fmla="*/ 85725 w 22"/>
                <a:gd name="T11" fmla="*/ 533400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12">
              <a:extLst>
                <a:ext uri="{FF2B5EF4-FFF2-40B4-BE49-F238E27FC236}">
                  <a16:creationId xmlns:a16="http://schemas.microsoft.com/office/drawing/2014/main" id="{3F95C2F2-D573-EBF8-4C75-75F50228A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338387 w 140"/>
                <a:gd name="T1" fmla="*/ 1373628 h 504"/>
                <a:gd name="T2" fmla="*/ 546928 w 140"/>
                <a:gd name="T3" fmla="*/ 1978025 h 504"/>
                <a:gd name="T4" fmla="*/ 550863 w 140"/>
                <a:gd name="T5" fmla="*/ 1875984 h 504"/>
                <a:gd name="T6" fmla="*/ 373800 w 140"/>
                <a:gd name="T7" fmla="*/ 1361855 h 504"/>
                <a:gd name="T8" fmla="*/ 0 w 140"/>
                <a:gd name="T9" fmla="*/ 0 h 504"/>
                <a:gd name="T10" fmla="*/ 23608 w 140"/>
                <a:gd name="T11" fmla="*/ 239404 h 504"/>
                <a:gd name="T12" fmla="*/ 338387 w 140"/>
                <a:gd name="T13" fmla="*/ 1373628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3">
              <a:extLst>
                <a:ext uri="{FF2B5EF4-FFF2-40B4-BE49-F238E27FC236}">
                  <a16:creationId xmlns:a16="http://schemas.microsoft.com/office/drawing/2014/main" id="{1B31CA3E-844F-7287-DAAF-3664242D4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31461 w 132"/>
                <a:gd name="T1" fmla="*/ 86405 h 308"/>
                <a:gd name="T2" fmla="*/ 0 w 132"/>
                <a:gd name="T3" fmla="*/ 0 h 308"/>
                <a:gd name="T4" fmla="*/ 0 w 132"/>
                <a:gd name="T5" fmla="*/ 113898 h 308"/>
                <a:gd name="T6" fmla="*/ 267422 w 132"/>
                <a:gd name="T7" fmla="*/ 761938 h 308"/>
                <a:gd name="T8" fmla="*/ 483719 w 132"/>
                <a:gd name="T9" fmla="*/ 1209675 h 308"/>
                <a:gd name="T10" fmla="*/ 519113 w 132"/>
                <a:gd name="T11" fmla="*/ 1209675 h 308"/>
                <a:gd name="T12" fmla="*/ 302816 w 132"/>
                <a:gd name="T13" fmla="*/ 746228 h 308"/>
                <a:gd name="T14" fmla="*/ 31461 w 132"/>
                <a:gd name="T15" fmla="*/ 86405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4">
              <a:extLst>
                <a:ext uri="{FF2B5EF4-FFF2-40B4-BE49-F238E27FC236}">
                  <a16:creationId xmlns:a16="http://schemas.microsoft.com/office/drawing/2014/main" id="{EC500C67-A79E-8496-DA04-4CCA46B35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110524 w 37"/>
                <a:gd name="T1" fmla="*/ 309563 h 79"/>
                <a:gd name="T2" fmla="*/ 146050 w 37"/>
                <a:gd name="T3" fmla="*/ 309563 h 79"/>
                <a:gd name="T4" fmla="*/ 0 w 37"/>
                <a:gd name="T5" fmla="*/ 0 h 79"/>
                <a:gd name="T6" fmla="*/ 110524 w 37"/>
                <a:gd name="T7" fmla="*/ 309563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5">
              <a:extLst>
                <a:ext uri="{FF2B5EF4-FFF2-40B4-BE49-F238E27FC236}">
                  <a16:creationId xmlns:a16="http://schemas.microsoft.com/office/drawing/2014/main" id="{1BAB7338-A604-FE3A-71A5-A3589146E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637159 w 178"/>
                <a:gd name="T1" fmla="*/ 2591803 h 722"/>
                <a:gd name="T2" fmla="*/ 456237 w 178"/>
                <a:gd name="T3" fmla="*/ 2097004 h 722"/>
                <a:gd name="T4" fmla="*/ 157323 w 178"/>
                <a:gd name="T5" fmla="*/ 926766 h 722"/>
                <a:gd name="T6" fmla="*/ 47197 w 178"/>
                <a:gd name="T7" fmla="*/ 200276 h 722"/>
                <a:gd name="T8" fmla="*/ 0 w 178"/>
                <a:gd name="T9" fmla="*/ 0 h 722"/>
                <a:gd name="T10" fmla="*/ 129792 w 178"/>
                <a:gd name="T11" fmla="*/ 930693 h 722"/>
                <a:gd name="T12" fmla="*/ 420839 w 178"/>
                <a:gd name="T13" fmla="*/ 2108785 h 722"/>
                <a:gd name="T14" fmla="*/ 629293 w 178"/>
                <a:gd name="T15" fmla="*/ 2674269 h 722"/>
                <a:gd name="T16" fmla="*/ 700088 w 178"/>
                <a:gd name="T17" fmla="*/ 2835275 h 722"/>
                <a:gd name="T18" fmla="*/ 684356 w 178"/>
                <a:gd name="T19" fmla="*/ 2780297 h 722"/>
                <a:gd name="T20" fmla="*/ 637159 w 178"/>
                <a:gd name="T21" fmla="*/ 2591803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16">
              <a:extLst>
                <a:ext uri="{FF2B5EF4-FFF2-40B4-BE49-F238E27FC236}">
                  <a16:creationId xmlns:a16="http://schemas.microsoft.com/office/drawing/2014/main" id="{5B31505D-9EF5-A4AD-99BB-F94165817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43277 w 23"/>
                <a:gd name="T1" fmla="*/ 2266168 h 635"/>
                <a:gd name="T2" fmla="*/ 47211 w 23"/>
                <a:gd name="T3" fmla="*/ 2313298 h 635"/>
                <a:gd name="T4" fmla="*/ 86554 w 23"/>
                <a:gd name="T5" fmla="*/ 2482180 h 635"/>
                <a:gd name="T6" fmla="*/ 90488 w 23"/>
                <a:gd name="T7" fmla="*/ 2493963 h 635"/>
                <a:gd name="T8" fmla="*/ 66882 w 23"/>
                <a:gd name="T9" fmla="*/ 2262240 h 635"/>
                <a:gd name="T10" fmla="*/ 19671 w 23"/>
                <a:gd name="T11" fmla="*/ 1056498 h 635"/>
                <a:gd name="T12" fmla="*/ 59014 w 23"/>
                <a:gd name="T13" fmla="*/ 0 h 635"/>
                <a:gd name="T14" fmla="*/ 47211 w 23"/>
                <a:gd name="T15" fmla="*/ 0 h 635"/>
                <a:gd name="T16" fmla="*/ 3934 w 23"/>
                <a:gd name="T17" fmla="*/ 1056498 h 635"/>
                <a:gd name="T18" fmla="*/ 43277 w 23"/>
                <a:gd name="T19" fmla="*/ 2266168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7">
              <a:extLst>
                <a:ext uri="{FF2B5EF4-FFF2-40B4-BE49-F238E27FC236}">
                  <a16:creationId xmlns:a16="http://schemas.microsoft.com/office/drawing/2014/main" id="{829CF137-08B7-53C9-FA98-8F7DB07DC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19610 w 17"/>
                <a:gd name="T3" fmla="*/ 220173 h 107"/>
                <a:gd name="T4" fmla="*/ 66675 w 17"/>
                <a:gd name="T5" fmla="*/ 420688 h 107"/>
                <a:gd name="T6" fmla="*/ 43143 w 17"/>
                <a:gd name="T7" fmla="*/ 180857 h 107"/>
                <a:gd name="T8" fmla="*/ 39221 w 17"/>
                <a:gd name="T9" fmla="*/ 169062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18">
              <a:extLst>
                <a:ext uri="{FF2B5EF4-FFF2-40B4-BE49-F238E27FC236}">
                  <a16:creationId xmlns:a16="http://schemas.microsoft.com/office/drawing/2014/main" id="{FB40A453-3A21-624B-A874-521972C95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19747 w 41"/>
                <a:gd name="T3" fmla="*/ 365769 h 222"/>
                <a:gd name="T4" fmla="*/ 67140 w 41"/>
                <a:gd name="T5" fmla="*/ 652877 h 222"/>
                <a:gd name="T6" fmla="*/ 94785 w 41"/>
                <a:gd name="T7" fmla="*/ 723671 h 222"/>
                <a:gd name="T8" fmla="*/ 161925 w 41"/>
                <a:gd name="T9" fmla="*/ 873125 h 222"/>
                <a:gd name="T10" fmla="*/ 150077 w 41"/>
                <a:gd name="T11" fmla="*/ 833795 h 222"/>
                <a:gd name="T12" fmla="*/ 51342 w 41"/>
                <a:gd name="T13" fmla="*/ 361836 h 222"/>
                <a:gd name="T14" fmla="*/ 31595 w 41"/>
                <a:gd name="T15" fmla="*/ 86526 h 222"/>
                <a:gd name="T16" fmla="*/ 27646 w 41"/>
                <a:gd name="T17" fmla="*/ 70794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19">
              <a:extLst>
                <a:ext uri="{FF2B5EF4-FFF2-40B4-BE49-F238E27FC236}">
                  <a16:creationId xmlns:a16="http://schemas.microsoft.com/office/drawing/2014/main" id="{FECA9F4E-C9CD-471B-0715-FE5FD43CC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7510 w 450"/>
                <a:gd name="T1" fmla="*/ 3353798 h 878"/>
                <a:gd name="T2" fmla="*/ 196497 w 450"/>
                <a:gd name="T3" fmla="*/ 2407352 h 878"/>
                <a:gd name="T4" fmla="*/ 585562 w 450"/>
                <a:gd name="T5" fmla="*/ 1523740 h 878"/>
                <a:gd name="T6" fmla="*/ 1120034 w 450"/>
                <a:gd name="T7" fmla="*/ 718671 h 878"/>
                <a:gd name="T8" fmla="*/ 1430500 w 450"/>
                <a:gd name="T9" fmla="*/ 349518 h 878"/>
                <a:gd name="T10" fmla="*/ 1595557 w 450"/>
                <a:gd name="T11" fmla="*/ 172795 h 878"/>
                <a:gd name="T12" fmla="*/ 1768475 w 450"/>
                <a:gd name="T13" fmla="*/ 3927 h 878"/>
                <a:gd name="T14" fmla="*/ 1768475 w 450"/>
                <a:gd name="T15" fmla="*/ 0 h 878"/>
                <a:gd name="T16" fmla="*/ 1591628 w 450"/>
                <a:gd name="T17" fmla="*/ 168868 h 878"/>
                <a:gd name="T18" fmla="*/ 1426570 w 450"/>
                <a:gd name="T19" fmla="*/ 345590 h 878"/>
                <a:gd name="T20" fmla="*/ 1112174 w 450"/>
                <a:gd name="T21" fmla="*/ 710817 h 878"/>
                <a:gd name="T22" fmla="*/ 569842 w 450"/>
                <a:gd name="T23" fmla="*/ 1515885 h 878"/>
                <a:gd name="T24" fmla="*/ 176848 w 450"/>
                <a:gd name="T25" fmla="*/ 2399497 h 878"/>
                <a:gd name="T26" fmla="*/ 0 w 450"/>
                <a:gd name="T27" fmla="*/ 3353798 h 878"/>
                <a:gd name="T28" fmla="*/ 0 w 450"/>
                <a:gd name="T29" fmla="*/ 3373434 h 878"/>
                <a:gd name="T30" fmla="*/ 27510 w 450"/>
                <a:gd name="T31" fmla="*/ 3448050 h 878"/>
                <a:gd name="T32" fmla="*/ 27510 w 450"/>
                <a:gd name="T33" fmla="*/ 3353798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0">
              <a:extLst>
                <a:ext uri="{FF2B5EF4-FFF2-40B4-BE49-F238E27FC236}">
                  <a16:creationId xmlns:a16="http://schemas.microsoft.com/office/drawing/2014/main" id="{8C57D26C-5679-D1C7-916D-AF6EC1C5C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102598 w 35"/>
                <a:gd name="T3" fmla="*/ 287338 h 73"/>
                <a:gd name="T4" fmla="*/ 138113 w 35"/>
                <a:gd name="T5" fmla="*/ 287338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1">
              <a:extLst>
                <a:ext uri="{FF2B5EF4-FFF2-40B4-BE49-F238E27FC236}">
                  <a16:creationId xmlns:a16="http://schemas.microsoft.com/office/drawing/2014/main" id="{6D03F62E-0639-3614-0331-89BF059C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7781 w 8"/>
                <a:gd name="T1" fmla="*/ 173170 h 48"/>
                <a:gd name="T2" fmla="*/ 31750 w 8"/>
                <a:gd name="T3" fmla="*/ 188913 h 48"/>
                <a:gd name="T4" fmla="*/ 31750 w 8"/>
                <a:gd name="T5" fmla="*/ 74778 h 48"/>
                <a:gd name="T6" fmla="*/ 3969 w 8"/>
                <a:gd name="T7" fmla="*/ 0 h 48"/>
                <a:gd name="T8" fmla="*/ 0 w 8"/>
                <a:gd name="T9" fmla="*/ 102328 h 48"/>
                <a:gd name="T10" fmla="*/ 27781 w 8"/>
                <a:gd name="T11" fmla="*/ 17317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2">
              <a:extLst>
                <a:ext uri="{FF2B5EF4-FFF2-40B4-BE49-F238E27FC236}">
                  <a16:creationId xmlns:a16="http://schemas.microsoft.com/office/drawing/2014/main" id="{147A4509-FB8B-15D1-A7E8-69D0601F0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7354 w 52"/>
                <a:gd name="T1" fmla="*/ 70697 h 135"/>
                <a:gd name="T2" fmla="*/ 0 w 52"/>
                <a:gd name="T3" fmla="*/ 0 h 135"/>
                <a:gd name="T4" fmla="*/ 46892 w 52"/>
                <a:gd name="T5" fmla="*/ 188524 h 135"/>
                <a:gd name="T6" fmla="*/ 62523 w 52"/>
                <a:gd name="T7" fmla="*/ 243511 h 135"/>
                <a:gd name="T8" fmla="*/ 199292 w 52"/>
                <a:gd name="T9" fmla="*/ 530225 h 135"/>
                <a:gd name="T10" fmla="*/ 203200 w 52"/>
                <a:gd name="T11" fmla="*/ 530225 h 135"/>
                <a:gd name="T12" fmla="*/ 93785 w 52"/>
                <a:gd name="T13" fmla="*/ 219945 h 135"/>
                <a:gd name="T14" fmla="*/ 27354 w 52"/>
                <a:gd name="T15" fmla="*/ 70697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7" name="Group 9">
            <a:extLst>
              <a:ext uri="{FF2B5EF4-FFF2-40B4-BE49-F238E27FC236}">
                <a16:creationId xmlns:a16="http://schemas.microsoft.com/office/drawing/2014/main" id="{3D0203AF-5854-7D79-D316-0ADFBB205755}"/>
              </a:ext>
            </a:extLst>
          </p:cNvPr>
          <p:cNvGrpSpPr>
            <a:grpSpLocks/>
          </p:cNvGrpSpPr>
          <p:nvPr/>
        </p:nvGrpSpPr>
        <p:grpSpPr bwMode="auto">
          <a:xfrm>
            <a:off x="26988" y="0"/>
            <a:ext cx="2357437" cy="6853238"/>
            <a:chOff x="6627813" y="194833"/>
            <a:chExt cx="1952625" cy="5678918"/>
          </a:xfrm>
        </p:grpSpPr>
        <p:sp>
          <p:nvSpPr>
            <p:cNvPr id="1034" name="Freeform 27">
              <a:extLst>
                <a:ext uri="{FF2B5EF4-FFF2-40B4-BE49-F238E27FC236}">
                  <a16:creationId xmlns:a16="http://schemas.microsoft.com/office/drawing/2014/main" id="{027259A3-D4F2-9D16-0312-D4BFBB59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>
                <a:gd name="T0" fmla="*/ 27835 w 103"/>
                <a:gd name="T1" fmla="*/ 832351 h 920"/>
                <a:gd name="T2" fmla="*/ 103388 w 103"/>
                <a:gd name="T3" fmla="*/ 1763790 h 920"/>
                <a:gd name="T4" fmla="*/ 226658 w 103"/>
                <a:gd name="T5" fmla="*/ 2691267 h 920"/>
                <a:gd name="T6" fmla="*/ 401622 w 103"/>
                <a:gd name="T7" fmla="*/ 3610816 h 920"/>
                <a:gd name="T8" fmla="*/ 409575 w 103"/>
                <a:gd name="T9" fmla="*/ 3646488 h 920"/>
                <a:gd name="T10" fmla="*/ 393669 w 103"/>
                <a:gd name="T11" fmla="*/ 3464164 h 920"/>
                <a:gd name="T12" fmla="*/ 393669 w 103"/>
                <a:gd name="T13" fmla="*/ 3432455 h 920"/>
                <a:gd name="T14" fmla="*/ 250517 w 103"/>
                <a:gd name="T15" fmla="*/ 2687303 h 920"/>
                <a:gd name="T16" fmla="*/ 119294 w 103"/>
                <a:gd name="T17" fmla="*/ 1759827 h 920"/>
                <a:gd name="T18" fmla="*/ 35788 w 103"/>
                <a:gd name="T19" fmla="*/ 828387 h 920"/>
                <a:gd name="T20" fmla="*/ 11929 w 103"/>
                <a:gd name="T21" fmla="*/ 364649 h 920"/>
                <a:gd name="T22" fmla="*/ 3976 w 103"/>
                <a:gd name="T23" fmla="*/ 0 h 920"/>
                <a:gd name="T24" fmla="*/ 0 w 103"/>
                <a:gd name="T25" fmla="*/ 0 h 920"/>
                <a:gd name="T26" fmla="*/ 3976 w 103"/>
                <a:gd name="T27" fmla="*/ 364649 h 920"/>
                <a:gd name="T28" fmla="*/ 27835 w 103"/>
                <a:gd name="T29" fmla="*/ 832351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28">
              <a:extLst>
                <a:ext uri="{FF2B5EF4-FFF2-40B4-BE49-F238E27FC236}">
                  <a16:creationId xmlns:a16="http://schemas.microsoft.com/office/drawing/2014/main" id="{901C2CC3-3673-BE72-7D5B-F55510BD5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1300 w 88"/>
                <a:gd name="T1" fmla="*/ 908844 h 330"/>
                <a:gd name="T2" fmla="*/ 350838 w 88"/>
                <a:gd name="T3" fmla="*/ 1309688 h 330"/>
                <a:gd name="T4" fmla="*/ 350838 w 88"/>
                <a:gd name="T5" fmla="*/ 1222375 h 330"/>
                <a:gd name="T6" fmla="*/ 350838 w 88"/>
                <a:gd name="T7" fmla="*/ 1206500 h 330"/>
                <a:gd name="T8" fmla="*/ 247181 w 88"/>
                <a:gd name="T9" fmla="*/ 896938 h 330"/>
                <a:gd name="T10" fmla="*/ 0 w 88"/>
                <a:gd name="T11" fmla="*/ 0 h 330"/>
                <a:gd name="T12" fmla="*/ 27908 w 88"/>
                <a:gd name="T13" fmla="*/ 250031 h 330"/>
                <a:gd name="T14" fmla="*/ 211300 w 88"/>
                <a:gd name="T15" fmla="*/ 908844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29">
              <a:extLst>
                <a:ext uri="{FF2B5EF4-FFF2-40B4-BE49-F238E27FC236}">
                  <a16:creationId xmlns:a16="http://schemas.microsoft.com/office/drawing/2014/main" id="{BA72D420-204C-5A67-317D-2A8E16538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3813 w 90"/>
                <a:gd name="T1" fmla="*/ 59474 h 207"/>
                <a:gd name="T2" fmla="*/ 0 w 90"/>
                <a:gd name="T3" fmla="*/ 0 h 207"/>
                <a:gd name="T4" fmla="*/ 3969 w 90"/>
                <a:gd name="T5" fmla="*/ 114983 h 207"/>
                <a:gd name="T6" fmla="*/ 166688 w 90"/>
                <a:gd name="T7" fmla="*/ 503545 h 207"/>
                <a:gd name="T8" fmla="*/ 317500 w 90"/>
                <a:gd name="T9" fmla="*/ 820738 h 207"/>
                <a:gd name="T10" fmla="*/ 357188 w 90"/>
                <a:gd name="T11" fmla="*/ 820738 h 207"/>
                <a:gd name="T12" fmla="*/ 198438 w 90"/>
                <a:gd name="T13" fmla="*/ 487685 h 207"/>
                <a:gd name="T14" fmla="*/ 23813 w 90"/>
                <a:gd name="T15" fmla="*/ 59474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30">
              <a:extLst>
                <a:ext uri="{FF2B5EF4-FFF2-40B4-BE49-F238E27FC236}">
                  <a16:creationId xmlns:a16="http://schemas.microsoft.com/office/drawing/2014/main" id="{D4EDF205-E580-3FFF-CE63-339574A00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401541 w 115"/>
                <a:gd name="T1" fmla="*/ 1622524 h 467"/>
                <a:gd name="T2" fmla="*/ 310101 w 115"/>
                <a:gd name="T3" fmla="*/ 1364666 h 467"/>
                <a:gd name="T4" fmla="*/ 115294 w 115"/>
                <a:gd name="T5" fmla="*/ 599025 h 467"/>
                <a:gd name="T6" fmla="*/ 51683 w 115"/>
                <a:gd name="T7" fmla="*/ 210254 h 467"/>
                <a:gd name="T8" fmla="*/ 0 w 115"/>
                <a:gd name="T9" fmla="*/ 0 h 467"/>
                <a:gd name="T10" fmla="*/ 83489 w 115"/>
                <a:gd name="T11" fmla="*/ 602992 h 467"/>
                <a:gd name="T12" fmla="*/ 274320 w 115"/>
                <a:gd name="T13" fmla="*/ 1376567 h 467"/>
                <a:gd name="T14" fmla="*/ 409492 w 115"/>
                <a:gd name="T15" fmla="*/ 1749470 h 467"/>
                <a:gd name="T16" fmla="*/ 457200 w 115"/>
                <a:gd name="T17" fmla="*/ 1852613 h 467"/>
                <a:gd name="T18" fmla="*/ 445273 w 115"/>
                <a:gd name="T19" fmla="*/ 1816910 h 467"/>
                <a:gd name="T20" fmla="*/ 401541 w 115"/>
                <a:gd name="T21" fmla="*/ 1622524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31">
              <a:extLst>
                <a:ext uri="{FF2B5EF4-FFF2-40B4-BE49-F238E27FC236}">
                  <a16:creationId xmlns:a16="http://schemas.microsoft.com/office/drawing/2014/main" id="{A52FE79B-8167-92BA-07A7-24CE293F6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68219 w 36"/>
                <a:gd name="T1" fmla="*/ 2508250 h 633"/>
                <a:gd name="T2" fmla="*/ 52167 w 36"/>
                <a:gd name="T3" fmla="*/ 2365601 h 633"/>
                <a:gd name="T4" fmla="*/ 20064 w 36"/>
                <a:gd name="T5" fmla="*/ 1577067 h 633"/>
                <a:gd name="T6" fmla="*/ 52167 w 36"/>
                <a:gd name="T7" fmla="*/ 784571 h 633"/>
                <a:gd name="T8" fmla="*/ 88283 w 36"/>
                <a:gd name="T9" fmla="*/ 392286 h 633"/>
                <a:gd name="T10" fmla="*/ 144463 w 36"/>
                <a:gd name="T11" fmla="*/ 0 h 633"/>
                <a:gd name="T12" fmla="*/ 140450 w 36"/>
                <a:gd name="T13" fmla="*/ 0 h 633"/>
                <a:gd name="T14" fmla="*/ 80257 w 36"/>
                <a:gd name="T15" fmla="*/ 392286 h 633"/>
                <a:gd name="T16" fmla="*/ 40129 w 36"/>
                <a:gd name="T17" fmla="*/ 784571 h 633"/>
                <a:gd name="T18" fmla="*/ 4013 w 36"/>
                <a:gd name="T19" fmla="*/ 1577067 h 633"/>
                <a:gd name="T20" fmla="*/ 28090 w 36"/>
                <a:gd name="T21" fmla="*/ 2333901 h 633"/>
                <a:gd name="T22" fmla="*/ 64206 w 36"/>
                <a:gd name="T23" fmla="*/ 2504288 h 633"/>
                <a:gd name="T24" fmla="*/ 68219 w 36"/>
                <a:gd name="T25" fmla="*/ 2508250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32">
              <a:extLst>
                <a:ext uri="{FF2B5EF4-FFF2-40B4-BE49-F238E27FC236}">
                  <a16:creationId xmlns:a16="http://schemas.microsoft.com/office/drawing/2014/main" id="{18BACFC5-93ED-7AD4-B4DA-D7C58827C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87313 w 28"/>
                <a:gd name="T1" fmla="*/ 233363 h 59"/>
                <a:gd name="T2" fmla="*/ 111125 w 28"/>
                <a:gd name="T3" fmla="*/ 233363 h 59"/>
                <a:gd name="T4" fmla="*/ 0 w 28"/>
                <a:gd name="T5" fmla="*/ 0 h 59"/>
                <a:gd name="T6" fmla="*/ 87313 w 28"/>
                <a:gd name="T7" fmla="*/ 233363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33">
              <a:extLst>
                <a:ext uri="{FF2B5EF4-FFF2-40B4-BE49-F238E27FC236}">
                  <a16:creationId xmlns:a16="http://schemas.microsoft.com/office/drawing/2014/main" id="{86435C30-A89A-2B32-9CD6-15730C744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16062 w 17"/>
                <a:gd name="T1" fmla="*/ 213912 h 107"/>
                <a:gd name="T2" fmla="*/ 68263 w 17"/>
                <a:gd name="T3" fmla="*/ 423863 h 107"/>
                <a:gd name="T4" fmla="*/ 40155 w 17"/>
                <a:gd name="T5" fmla="*/ 174299 h 107"/>
                <a:gd name="T6" fmla="*/ 36139 w 17"/>
                <a:gd name="T7" fmla="*/ 170337 h 107"/>
                <a:gd name="T8" fmla="*/ 0 w 17"/>
                <a:gd name="T9" fmla="*/ 0 h 107"/>
                <a:gd name="T10" fmla="*/ 0 w 17"/>
                <a:gd name="T11" fmla="*/ 31691 h 107"/>
                <a:gd name="T12" fmla="*/ 16062 w 17"/>
                <a:gd name="T13" fmla="*/ 213912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34">
              <a:extLst>
                <a:ext uri="{FF2B5EF4-FFF2-40B4-BE49-F238E27FC236}">
                  <a16:creationId xmlns:a16="http://schemas.microsoft.com/office/drawing/2014/main" id="{64CA8F67-362C-D133-E82E-FFC820DEF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31793 w 294"/>
                <a:gd name="T1" fmla="*/ 2191628 h 568"/>
                <a:gd name="T2" fmla="*/ 139095 w 294"/>
                <a:gd name="T3" fmla="*/ 1573375 h 568"/>
                <a:gd name="T4" fmla="*/ 393441 w 294"/>
                <a:gd name="T5" fmla="*/ 998716 h 568"/>
                <a:gd name="T6" fmla="*/ 743166 w 294"/>
                <a:gd name="T7" fmla="*/ 471616 h 568"/>
                <a:gd name="T8" fmla="*/ 945848 w 294"/>
                <a:gd name="T9" fmla="*/ 229863 h 568"/>
                <a:gd name="T10" fmla="*/ 1053150 w 294"/>
                <a:gd name="T11" fmla="*/ 110968 h 568"/>
                <a:gd name="T12" fmla="*/ 1168400 w 294"/>
                <a:gd name="T13" fmla="*/ 0 h 568"/>
                <a:gd name="T14" fmla="*/ 1164426 w 294"/>
                <a:gd name="T15" fmla="*/ 0 h 568"/>
                <a:gd name="T16" fmla="*/ 1049176 w 294"/>
                <a:gd name="T17" fmla="*/ 107005 h 568"/>
                <a:gd name="T18" fmla="*/ 941873 w 294"/>
                <a:gd name="T19" fmla="*/ 221937 h 568"/>
                <a:gd name="T20" fmla="*/ 735218 w 294"/>
                <a:gd name="T21" fmla="*/ 463690 h 568"/>
                <a:gd name="T22" fmla="*/ 377544 w 294"/>
                <a:gd name="T23" fmla="*/ 986827 h 568"/>
                <a:gd name="T24" fmla="*/ 119224 w 294"/>
                <a:gd name="T25" fmla="*/ 1569411 h 568"/>
                <a:gd name="T26" fmla="*/ 0 w 294"/>
                <a:gd name="T27" fmla="*/ 2175775 h 568"/>
                <a:gd name="T28" fmla="*/ 27819 w 294"/>
                <a:gd name="T29" fmla="*/ 2251075 h 568"/>
                <a:gd name="T30" fmla="*/ 31793 w 294"/>
                <a:gd name="T31" fmla="*/ 2191628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35">
              <a:extLst>
                <a:ext uri="{FF2B5EF4-FFF2-40B4-BE49-F238E27FC236}">
                  <a16:creationId xmlns:a16="http://schemas.microsoft.com/office/drawing/2014/main" id="{40B864D1-CB7B-F299-F12C-0C5A8904C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76010 w 25"/>
                <a:gd name="T3" fmla="*/ 209550 h 53"/>
                <a:gd name="T4" fmla="*/ 100013 w 25"/>
                <a:gd name="T5" fmla="*/ 209550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36">
              <a:extLst>
                <a:ext uri="{FF2B5EF4-FFF2-40B4-BE49-F238E27FC236}">
                  <a16:creationId xmlns:a16="http://schemas.microsoft.com/office/drawing/2014/main" id="{B6432F3A-27E7-6716-2740-77BFA97F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7590 w 29"/>
                <a:gd name="T3" fmla="*/ 352718 h 141"/>
                <a:gd name="T4" fmla="*/ 70945 w 29"/>
                <a:gd name="T5" fmla="*/ 463685 h 141"/>
                <a:gd name="T6" fmla="*/ 114300 w 29"/>
                <a:gd name="T7" fmla="*/ 558800 h 141"/>
                <a:gd name="T8" fmla="*/ 106417 w 29"/>
                <a:gd name="T9" fmla="*/ 535021 h 141"/>
                <a:gd name="T10" fmla="*/ 31531 w 29"/>
                <a:gd name="T11" fmla="*/ 87189 h 141"/>
                <a:gd name="T12" fmla="*/ 15766 w 29"/>
                <a:gd name="T13" fmla="*/ 43594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37">
              <a:extLst>
                <a:ext uri="{FF2B5EF4-FFF2-40B4-BE49-F238E27FC236}">
                  <a16:creationId xmlns:a16="http://schemas.microsoft.com/office/drawing/2014/main" id="{58EAA138-9CED-09F0-94D6-DE4664EF4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102328 h 48"/>
                <a:gd name="T2" fmla="*/ 15875 w 8"/>
                <a:gd name="T3" fmla="*/ 145620 h 48"/>
                <a:gd name="T4" fmla="*/ 31750 w 8"/>
                <a:gd name="T5" fmla="*/ 188913 h 48"/>
                <a:gd name="T6" fmla="*/ 27781 w 8"/>
                <a:gd name="T7" fmla="*/ 74778 h 48"/>
                <a:gd name="T8" fmla="*/ 0 w 8"/>
                <a:gd name="T9" fmla="*/ 0 h 48"/>
                <a:gd name="T10" fmla="*/ 0 w 8"/>
                <a:gd name="T11" fmla="*/ 15743 h 48"/>
                <a:gd name="T12" fmla="*/ 0 w 8"/>
                <a:gd name="T13" fmla="*/ 10232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38">
              <a:extLst>
                <a:ext uri="{FF2B5EF4-FFF2-40B4-BE49-F238E27FC236}">
                  <a16:creationId xmlns:a16="http://schemas.microsoft.com/office/drawing/2014/main" id="{0057FD3E-34CF-8B9E-B276-D8CC37023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43656 w 44"/>
                <a:gd name="T1" fmla="*/ 110925 h 111"/>
                <a:gd name="T2" fmla="*/ 0 w 44"/>
                <a:gd name="T3" fmla="*/ 0 h 111"/>
                <a:gd name="T4" fmla="*/ 43656 w 44"/>
                <a:gd name="T5" fmla="*/ 194119 h 111"/>
                <a:gd name="T6" fmla="*/ 55563 w 44"/>
                <a:gd name="T7" fmla="*/ 229773 h 111"/>
                <a:gd name="T8" fmla="*/ 154781 w 44"/>
                <a:gd name="T9" fmla="*/ 439738 h 111"/>
                <a:gd name="T10" fmla="*/ 174625 w 44"/>
                <a:gd name="T11" fmla="*/ 439738 h 111"/>
                <a:gd name="T12" fmla="*/ 87313 w 44"/>
                <a:gd name="T13" fmla="*/ 206003 h 111"/>
                <a:gd name="T14" fmla="*/ 43656 w 44"/>
                <a:gd name="T15" fmla="*/ 110925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D633116-0E7F-6B32-B5A2-9161BBB903B2}"/>
              </a:ext>
            </a:extLst>
          </p:cNvPr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6CE6FA13-D9B0-CECE-0D7C-DC751F2B770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592388" y="623888"/>
            <a:ext cx="8912225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HK"/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98BC82F4-8A9F-3B23-5C4B-4FF11B818A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589213" y="2133600"/>
            <a:ext cx="8915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1A9B7-62E9-B66E-4830-728D77D61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1613" y="6130925"/>
            <a:ext cx="1146175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D870-FE45-055F-E108-4E8CB92EA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213" y="6135688"/>
            <a:ext cx="76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DDEEB-CA9C-8D8E-6780-001F96492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31813" y="787400"/>
            <a:ext cx="77946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2000" smtClean="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3C5DDE6D-27DF-4F24-857B-C3C30B9E8AB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6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  <a:ea typeface="微軟正黑體" panose="020B0604030504040204" pitchFamily="34" charset="-12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  <a:ea typeface="微軟正黑體" panose="020B0604030504040204" pitchFamily="34" charset="-12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  <a:ea typeface="微軟正黑體" panose="020B0604030504040204" pitchFamily="34" charset="-12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  <a:ea typeface="微軟正黑體" panose="020B0604030504040204" pitchFamily="34" charset="-12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CA370611-A803-7FD1-BDA8-26BE19AF8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58763"/>
            <a:ext cx="100076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524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我信上帝，全能的父，創造天地的主；   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我信我主耶穌基督，上帝獨生的子；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因聖靈感孕，由童貞女馬利亞所生，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在本丟彼拉多手下受難，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被釘於十字架，受死，埋葬；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降在陰間；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第三天從死人中復活；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C3607900-9707-9466-60A2-DCEB0DAE4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6461125"/>
            <a:ext cx="12239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TW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標楷體" pitchFamily="65" charset="-120"/>
                <a:ea typeface="標楷體" pitchFamily="65" charset="-120"/>
              </a:rPr>
              <a:t>使徒信經</a:t>
            </a:r>
          </a:p>
        </p:txBody>
      </p:sp>
      <p:sp>
        <p:nvSpPr>
          <p:cNvPr id="4" name="Text Box 23">
            <a:extLst>
              <a:ext uri="{FF2B5EF4-FFF2-40B4-BE49-F238E27FC236}">
                <a16:creationId xmlns:a16="http://schemas.microsoft.com/office/drawing/2014/main" id="{8CDD42FA-8A57-7788-F8AF-F712370BA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685" y="5517232"/>
            <a:ext cx="1997005" cy="707886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</p:spPr>
        <p:txBody>
          <a:bodyPr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zh-TW" altLang="en-US" sz="4000" dirty="0">
                <a:ln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仿" panose="02020609000000000000" pitchFamily="49" charset="-120"/>
                <a:ea typeface="文鼎中仿" panose="02020609000000000000" pitchFamily="49" charset="-120"/>
              </a:rPr>
              <a:t>轉下頁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3DE72EA6-A938-32A9-5E95-FFB97D542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260350"/>
            <a:ext cx="10009188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524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6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4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tabLst>
                <a:tab pos="6172200" algn="l"/>
                <a:tab pos="6629400" algn="l"/>
              </a:tabLst>
              <a:defRPr sz="1200">
                <a:solidFill>
                  <a:srgbClr val="404040"/>
                </a:solidFill>
                <a:latin typeface="Century Gothic" panose="020B0502020202020204" pitchFamily="34" charset="0"/>
                <a:ea typeface="微軟正黑體" panose="020B0604030504040204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升天，坐在全能父上帝的右邊；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將來必從那裏降臨，審判活人死人。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我信聖靈；我信聖而公之教會；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我信聖徒相通；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我信罪得赦免；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我信身體復活；</a:t>
            </a:r>
            <a:endParaRPr kumimoji="1" lang="en-US" altLang="zh-TW" sz="4400">
              <a:solidFill>
                <a:schemeClr val="tx1"/>
              </a:solidFill>
              <a:latin typeface="文鼎粗圓" pitchFamily="49" charset="-120"/>
              <a:ea typeface="文鼎粗圓" pitchFamily="49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TW" altLang="en-US" sz="4400">
                <a:solidFill>
                  <a:schemeClr val="tx1"/>
                </a:solidFill>
                <a:latin typeface="文鼎粗圓" pitchFamily="49" charset="-120"/>
                <a:ea typeface="文鼎粗圓" pitchFamily="49" charset="-120"/>
              </a:rPr>
              <a:t>我信永生。阿們。</a:t>
            </a:r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5A836224-760F-8F63-7AE1-E8C26E83B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6461125"/>
            <a:ext cx="12239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TW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標楷體" pitchFamily="65" charset="-120"/>
                <a:ea typeface="標楷體" pitchFamily="65" charset="-120"/>
              </a:rPr>
              <a:t>使徒信經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</TotalTime>
  <Words>134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絲縷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slpang</dc:creator>
  <cp:lastModifiedBy>wangtat yu</cp:lastModifiedBy>
  <cp:revision>12</cp:revision>
  <dcterms:created xsi:type="dcterms:W3CDTF">2007-06-01T08:11:26Z</dcterms:created>
  <dcterms:modified xsi:type="dcterms:W3CDTF">2026-09-03T04:15:30Z</dcterms:modified>
</cp:coreProperties>
</file>