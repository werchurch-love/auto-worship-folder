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sldIdLst>
    <p:sldId id="258" r:id="rId2"/>
  </p:sldIdLst>
  <p:sldSz cx="12192000" cy="6858000"/>
  <p:notesSz cx="6858000" cy="9144000"/>
  <p:defaultTextStyle>
    <a:defPPr>
      <a:defRPr lang="zh-TW"/>
    </a:defPPr>
    <a:lvl1pPr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5pPr>
    <a:lvl6pPr marL="22860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6pPr>
    <a:lvl7pPr marL="27432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7pPr>
    <a:lvl8pPr marL="32004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8pPr>
    <a:lvl9pPr marL="3657600" algn="l" defTabSz="914400" rtl="0" eaLnBrk="1" latinLnBrk="0" hangingPunct="1">
      <a:defRPr kumimoji="1" sz="1000" kern="1200">
        <a:solidFill>
          <a:schemeClr val="tx1"/>
        </a:solidFill>
        <a:latin typeface="Times New Roman" panose="02020603050405020304" pitchFamily="18" charset="0"/>
        <a:ea typeface="新細明體" panose="02020500000000000000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0066"/>
    <a:srgbClr val="CC00FF"/>
    <a:srgbClr val="FF0000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0929"/>
  </p:normalViewPr>
  <p:slideViewPr>
    <p:cSldViewPr>
      <p:cViewPr varScale="1">
        <p:scale>
          <a:sx n="106" d="100"/>
          <a:sy n="106" d="100"/>
        </p:scale>
        <p:origin x="1410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5C05A7-16B4-49C9-9C71-DE0142675BA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11102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3E22C3-26BD-4CD5-AE4D-501F87409955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75713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DA3146-396D-4710-ADA0-0C14F3E5E5FE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56308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A504C9-CADE-4341-9B62-7AD08ADD29F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2276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129323-B0B5-41FA-9890-4E5A5CE8B5A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47038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55A66A-D6D9-40BE-9E5D-FD7885A96FF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24630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F17196-8EAE-44C4-8378-A200F114F92A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479373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101FFB-36DE-4624-A8AD-B2459AF302FA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3010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7B69FE-373C-4189-8EB4-9C661A25492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05828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B1F968B-EE5E-4E4C-8311-8100A1511E85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70668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說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17AE5-C145-46C3-84F2-5D72C5D65D5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77350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標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11"/>
          <p:cNvSpPr txBox="1"/>
          <p:nvPr/>
        </p:nvSpPr>
        <p:spPr>
          <a:xfrm>
            <a:off x="898525" y="971550"/>
            <a:ext cx="801688" cy="1970088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dirty="0"/>
              <a:t>“</a:t>
            </a:r>
          </a:p>
        </p:txBody>
      </p:sp>
      <p:sp>
        <p:nvSpPr>
          <p:cNvPr id="6" name="TextBox 14"/>
          <p:cNvSpPr txBox="1"/>
          <p:nvPr/>
        </p:nvSpPr>
        <p:spPr>
          <a:xfrm>
            <a:off x="9329738" y="2613025"/>
            <a:ext cx="803275" cy="1970088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dirty="0"/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rtlCol="0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87E84D-1998-4C9F-8BAC-C26C7234D84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8320455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19912B2-8367-475D-831C-F0BDC3E9FF6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46395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16"/>
          <p:cNvCxnSpPr/>
          <p:nvPr/>
        </p:nvCxnSpPr>
        <p:spPr>
          <a:xfrm>
            <a:off x="3725863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17"/>
          <p:cNvCxnSpPr/>
          <p:nvPr/>
        </p:nvCxnSpPr>
        <p:spPr>
          <a:xfrm>
            <a:off x="6962775" y="2133600"/>
            <a:ext cx="0" cy="3967163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Date Placeholder 3"/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2" name="Footer Placeholder 4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42DDBE-8A23-4C9B-9489-619CCCB368C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056599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8"/>
          <p:cNvCxnSpPr/>
          <p:nvPr/>
        </p:nvCxnSpPr>
        <p:spPr>
          <a:xfrm>
            <a:off x="3725863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9"/>
          <p:cNvCxnSpPr/>
          <p:nvPr/>
        </p:nvCxnSpPr>
        <p:spPr>
          <a:xfrm>
            <a:off x="6962775" y="2133600"/>
            <a:ext cx="0" cy="3967163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rtlCol="0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TW" altLang="en-US" noProof="0"/>
              <a:t>按一下圖示以新增圖片</a:t>
            </a:r>
            <a:endParaRPr lang="en-US" noProof="0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5" name="Date Placeholder 3"/>
          <p:cNvSpPr>
            <a:spLocks noGrp="1"/>
          </p:cNvSpPr>
          <p:nvPr>
            <p:ph type="dt" sz="half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6" name="Footer Placehold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A6199D-32C0-4EDE-93CA-A03C61A498C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6201904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755824-EEFD-4BFE-AAA8-F30B1BD5804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8493643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E5BCCB-5D83-4663-A665-E8C6EA44342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9972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6.pn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/>
          <p:cNvPicPr>
            <a:picLocks noChangeAspect="1"/>
          </p:cNvPicPr>
          <p:nvPr/>
        </p:nvPicPr>
        <p:blipFill>
          <a:blip r:embed="rId20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>
            <a:fillRect/>
          </a:stretch>
        </p:blipFill>
        <p:spPr bwMode="auto">
          <a:xfrm>
            <a:off x="0" y="2670175"/>
            <a:ext cx="4037013" cy="4187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6"/>
          <p:cNvPicPr>
            <a:picLocks noChangeAspect="1"/>
          </p:cNvPicPr>
          <p:nvPr/>
        </p:nvPicPr>
        <p:blipFill>
          <a:blip r:embed="rId21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>
            <a:fillRect/>
          </a:stretch>
        </p:blipFill>
        <p:spPr bwMode="auto">
          <a:xfrm>
            <a:off x="0" y="2892425"/>
            <a:ext cx="1522413" cy="2365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HK" altLang="en-US"/>
          </a:p>
        </p:txBody>
      </p:sp>
      <p:pic>
        <p:nvPicPr>
          <p:cNvPr id="1031" name="Picture 8"/>
          <p:cNvPicPr>
            <a:picLocks noChangeAspect="1"/>
          </p:cNvPicPr>
          <p:nvPr/>
        </p:nvPicPr>
        <p:blipFill>
          <a:blip r:embed="rId2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>
            <a:fillRect/>
          </a:stretch>
        </p:blipFill>
        <p:spPr bwMode="auto">
          <a:xfrm>
            <a:off x="7999413" y="0"/>
            <a:ext cx="1603375" cy="1141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9"/>
          <p:cNvPicPr>
            <a:picLocks noChangeAspect="1"/>
          </p:cNvPicPr>
          <p:nvPr/>
        </p:nvPicPr>
        <p:blipFill>
          <a:blip r:embed="rId2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>
            <a:fillRect/>
          </a:stretch>
        </p:blipFill>
        <p:spPr bwMode="auto">
          <a:xfrm>
            <a:off x="8605838" y="6096000"/>
            <a:ext cx="993775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Rectangle 13"/>
          <p:cNvSpPr/>
          <p:nvPr/>
        </p:nvSpPr>
        <p:spPr>
          <a:xfrm>
            <a:off x="10437813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HK" altLang="en-US"/>
          </a:p>
        </p:txBody>
      </p:sp>
      <p:sp>
        <p:nvSpPr>
          <p:cNvPr id="1034" name="Title Placeholder 1"/>
          <p:cNvSpPr>
            <a:spLocks noGrp="1"/>
          </p:cNvSpPr>
          <p:nvPr>
            <p:ph type="title"/>
          </p:nvPr>
        </p:nvSpPr>
        <p:spPr bwMode="auto">
          <a:xfrm>
            <a:off x="646113" y="452438"/>
            <a:ext cx="9404350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  <a:endParaRPr lang="en-US" altLang="zh-HK"/>
          </a:p>
        </p:txBody>
      </p:sp>
      <p:sp>
        <p:nvSpPr>
          <p:cNvPr id="103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103313" y="2052638"/>
            <a:ext cx="8947150" cy="4195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H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238" y="1790700"/>
            <a:ext cx="990600" cy="30480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118" y="3225007"/>
            <a:ext cx="3859213" cy="3048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088" y="295275"/>
            <a:ext cx="838200" cy="7683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F9E613D-DFA9-409F-A036-7FD630360FC4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  <p:sldLayoutId id="2147483821" r:id="rId11"/>
    <p:sldLayoutId id="2147483825" r:id="rId12"/>
    <p:sldLayoutId id="2147483822" r:id="rId13"/>
    <p:sldLayoutId id="2147483826" r:id="rId14"/>
    <p:sldLayoutId id="2147483827" r:id="rId15"/>
    <p:sldLayoutId id="2147483823" r:id="rId16"/>
    <p:sldLayoutId id="2147483824" r:id="rId17"/>
  </p:sldLayoutIdLst>
  <p:txStyles>
    <p:titleStyle>
      <a:lvl1pPr algn="l" defTabSz="457200" rtl="0" eaLnBrk="0" fontAlgn="base" hangingPunct="0">
        <a:spcBef>
          <a:spcPct val="0"/>
        </a:spcBef>
        <a:spcAft>
          <a:spcPct val="0"/>
        </a:spcAft>
        <a:defRPr sz="4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defTabSz="457200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Century Gothic" panose="020B0502020202020204" pitchFamily="34" charset="0"/>
          <a:ea typeface="新細明體" panose="02020500000000000000" pitchFamily="18" charset="-120"/>
        </a:defRPr>
      </a:lvl2pPr>
      <a:lvl3pPr algn="l" defTabSz="457200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Century Gothic" panose="020B0502020202020204" pitchFamily="34" charset="0"/>
          <a:ea typeface="新細明體" panose="02020500000000000000" pitchFamily="18" charset="-120"/>
        </a:defRPr>
      </a:lvl3pPr>
      <a:lvl4pPr algn="l" defTabSz="457200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Century Gothic" panose="020B0502020202020204" pitchFamily="34" charset="0"/>
          <a:ea typeface="新細明體" panose="02020500000000000000" pitchFamily="18" charset="-120"/>
        </a:defRPr>
      </a:lvl4pPr>
      <a:lvl5pPr algn="l" defTabSz="457200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Century Gothic" panose="020B0502020202020204" pitchFamily="34" charset="0"/>
          <a:ea typeface="新細明體" panose="02020500000000000000" pitchFamily="18" charset="-12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0" fontAlgn="base" hangingPunct="0">
        <a:spcBef>
          <a:spcPts val="1000"/>
        </a:spcBef>
        <a:spcAft>
          <a:spcPct val="0"/>
        </a:spcAft>
        <a:buClr>
          <a:srgbClr val="8AD0D6"/>
        </a:buClr>
        <a:buSzPct val="80000"/>
        <a:buFont typeface="Wingdings 3" panose="05040102010807070707" pitchFamily="18" charset="2"/>
        <a:buChar char=""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0" fontAlgn="base" hangingPunct="0">
        <a:spcBef>
          <a:spcPts val="1000"/>
        </a:spcBef>
        <a:spcAft>
          <a:spcPct val="0"/>
        </a:spcAft>
        <a:buClr>
          <a:srgbClr val="8AD0D6"/>
        </a:buClr>
        <a:buSzPct val="80000"/>
        <a:buFont typeface="Wingdings 3" panose="05040102010807070707" pitchFamily="18" charset="2"/>
        <a:buChar char=""/>
        <a:defRPr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0" fontAlgn="base" hangingPunct="0">
        <a:spcBef>
          <a:spcPts val="1000"/>
        </a:spcBef>
        <a:spcAft>
          <a:spcPct val="0"/>
        </a:spcAft>
        <a:buClr>
          <a:srgbClr val="8AD0D6"/>
        </a:buClr>
        <a:buSzPct val="80000"/>
        <a:buFont typeface="Wingdings 3" panose="05040102010807070707" pitchFamily="18" charset="2"/>
        <a:buChar char=""/>
        <a:defRPr sz="160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0" fontAlgn="base" hangingPunct="0">
        <a:spcBef>
          <a:spcPts val="1000"/>
        </a:spcBef>
        <a:spcAft>
          <a:spcPct val="0"/>
        </a:spcAft>
        <a:buClr>
          <a:srgbClr val="8AD0D6"/>
        </a:buClr>
        <a:buSzPct val="80000"/>
        <a:buFont typeface="Wingdings 3" panose="05040102010807070707" pitchFamily="18" charset="2"/>
        <a:buChar char=""/>
        <a:defRPr sz="140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0" fontAlgn="base" hangingPunct="0">
        <a:spcBef>
          <a:spcPts val="1000"/>
        </a:spcBef>
        <a:spcAft>
          <a:spcPct val="0"/>
        </a:spcAft>
        <a:buClr>
          <a:srgbClr val="8AD0D6"/>
        </a:buClr>
        <a:buSzPct val="80000"/>
        <a:buFont typeface="Wingdings 3" panose="05040102010807070707" pitchFamily="18" charset="2"/>
        <a:buChar char=""/>
        <a:defRPr sz="140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ext Box 3"/>
          <p:cNvSpPr txBox="1">
            <a:spLocks noChangeArrowheads="1"/>
          </p:cNvSpPr>
          <p:nvPr/>
        </p:nvSpPr>
        <p:spPr bwMode="auto">
          <a:xfrm>
            <a:off x="1559496" y="476672"/>
            <a:ext cx="5544616" cy="31700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ts val="1000"/>
              </a:spcBef>
              <a:buClr>
                <a:srgbClr val="8AD0D6"/>
              </a:buClr>
              <a:buSzPct val="80000"/>
              <a:buFont typeface="Wingdings 3" panose="05040102010807070707" pitchFamily="18" charset="2"/>
              <a:buChar char=""/>
              <a:defRPr sz="2000">
                <a:solidFill>
                  <a:schemeClr val="tx1"/>
                </a:solidFill>
                <a:latin typeface="Century Gothic" panose="020B0502020202020204" pitchFamily="34" charset="0"/>
                <a:ea typeface="新細明體" panose="02020500000000000000" pitchFamily="18" charset="-120"/>
              </a:defRPr>
            </a:lvl1pPr>
            <a:lvl2pPr marL="742950" indent="-285750">
              <a:spcBef>
                <a:spcPts val="1000"/>
              </a:spcBef>
              <a:buClr>
                <a:srgbClr val="8AD0D6"/>
              </a:buClr>
              <a:buSzPct val="80000"/>
              <a:buFont typeface="Wingdings 3" panose="05040102010807070707" pitchFamily="18" charset="2"/>
              <a:buChar char=""/>
              <a:defRPr>
                <a:solidFill>
                  <a:schemeClr val="tx1"/>
                </a:solidFill>
                <a:latin typeface="Century Gothic" panose="020B0502020202020204" pitchFamily="34" charset="0"/>
                <a:ea typeface="新細明體" panose="02020500000000000000" pitchFamily="18" charset="-120"/>
              </a:defRPr>
            </a:lvl2pPr>
            <a:lvl3pPr marL="1143000" indent="-228600">
              <a:spcBef>
                <a:spcPts val="1000"/>
              </a:spcBef>
              <a:buClr>
                <a:srgbClr val="8AD0D6"/>
              </a:buClr>
              <a:buSzPct val="80000"/>
              <a:buFont typeface="Wingdings 3" panose="05040102010807070707" pitchFamily="18" charset="2"/>
              <a:buChar char=""/>
              <a:defRPr sz="1600">
                <a:solidFill>
                  <a:schemeClr val="tx1"/>
                </a:solidFill>
                <a:latin typeface="Century Gothic" panose="020B0502020202020204" pitchFamily="34" charset="0"/>
                <a:ea typeface="新細明體" panose="02020500000000000000" pitchFamily="18" charset="-120"/>
              </a:defRPr>
            </a:lvl3pPr>
            <a:lvl4pPr marL="1600200" indent="-228600">
              <a:spcBef>
                <a:spcPts val="1000"/>
              </a:spcBef>
              <a:buClr>
                <a:srgbClr val="8AD0D6"/>
              </a:buClr>
              <a:buSzPct val="80000"/>
              <a:buFont typeface="Wingdings 3" panose="05040102010807070707" pitchFamily="18" charset="2"/>
              <a:buChar char=""/>
              <a:defRPr sz="1400">
                <a:solidFill>
                  <a:schemeClr val="tx1"/>
                </a:solidFill>
                <a:latin typeface="Century Gothic" panose="020B0502020202020204" pitchFamily="34" charset="0"/>
                <a:ea typeface="新細明體" panose="02020500000000000000" pitchFamily="18" charset="-120"/>
              </a:defRPr>
            </a:lvl4pPr>
            <a:lvl5pPr marL="2057400" indent="-228600">
              <a:spcBef>
                <a:spcPts val="1000"/>
              </a:spcBef>
              <a:buClr>
                <a:srgbClr val="8AD0D6"/>
              </a:buClr>
              <a:buSzPct val="80000"/>
              <a:buFont typeface="Wingdings 3" panose="05040102010807070707" pitchFamily="18" charset="2"/>
              <a:buChar char=""/>
              <a:defRPr sz="1400">
                <a:solidFill>
                  <a:schemeClr val="tx1"/>
                </a:solidFill>
                <a:latin typeface="Century Gothic" panose="020B0502020202020204" pitchFamily="34" charset="0"/>
                <a:ea typeface="新細明體" panose="02020500000000000000" pitchFamily="18" charset="-120"/>
              </a:defRPr>
            </a:lvl5pPr>
            <a:lvl6pPr marL="2514600" indent="-228600" fontAlgn="base">
              <a:spcBef>
                <a:spcPts val="1000"/>
              </a:spcBef>
              <a:spcAft>
                <a:spcPct val="0"/>
              </a:spcAft>
              <a:buClr>
                <a:srgbClr val="8AD0D6"/>
              </a:buClr>
              <a:buSzPct val="80000"/>
              <a:buFont typeface="Wingdings 3" panose="05040102010807070707" pitchFamily="18" charset="2"/>
              <a:buChar char=""/>
              <a:defRPr sz="1400">
                <a:solidFill>
                  <a:schemeClr val="tx1"/>
                </a:solidFill>
                <a:latin typeface="Century Gothic" panose="020B0502020202020204" pitchFamily="34" charset="0"/>
                <a:ea typeface="新細明體" panose="02020500000000000000" pitchFamily="18" charset="-120"/>
              </a:defRPr>
            </a:lvl6pPr>
            <a:lvl7pPr marL="2971800" indent="-228600" fontAlgn="base">
              <a:spcBef>
                <a:spcPts val="1000"/>
              </a:spcBef>
              <a:spcAft>
                <a:spcPct val="0"/>
              </a:spcAft>
              <a:buClr>
                <a:srgbClr val="8AD0D6"/>
              </a:buClr>
              <a:buSzPct val="80000"/>
              <a:buFont typeface="Wingdings 3" panose="05040102010807070707" pitchFamily="18" charset="2"/>
              <a:buChar char=""/>
              <a:defRPr sz="1400">
                <a:solidFill>
                  <a:schemeClr val="tx1"/>
                </a:solidFill>
                <a:latin typeface="Century Gothic" panose="020B0502020202020204" pitchFamily="34" charset="0"/>
                <a:ea typeface="新細明體" panose="02020500000000000000" pitchFamily="18" charset="-120"/>
              </a:defRPr>
            </a:lvl7pPr>
            <a:lvl8pPr marL="3429000" indent="-228600" fontAlgn="base">
              <a:spcBef>
                <a:spcPts val="1000"/>
              </a:spcBef>
              <a:spcAft>
                <a:spcPct val="0"/>
              </a:spcAft>
              <a:buClr>
                <a:srgbClr val="8AD0D6"/>
              </a:buClr>
              <a:buSzPct val="80000"/>
              <a:buFont typeface="Wingdings 3" panose="05040102010807070707" pitchFamily="18" charset="2"/>
              <a:buChar char=""/>
              <a:defRPr sz="1400">
                <a:solidFill>
                  <a:schemeClr val="tx1"/>
                </a:solidFill>
                <a:latin typeface="Century Gothic" panose="020B0502020202020204" pitchFamily="34" charset="0"/>
                <a:ea typeface="新細明體" panose="02020500000000000000" pitchFamily="18" charset="-120"/>
              </a:defRPr>
            </a:lvl8pPr>
            <a:lvl9pPr marL="3886200" indent="-228600" fontAlgn="base">
              <a:spcBef>
                <a:spcPts val="1000"/>
              </a:spcBef>
              <a:spcAft>
                <a:spcPct val="0"/>
              </a:spcAft>
              <a:buClr>
                <a:srgbClr val="8AD0D6"/>
              </a:buClr>
              <a:buSzPct val="80000"/>
              <a:buFont typeface="Wingdings 3" panose="05040102010807070707" pitchFamily="18" charset="2"/>
              <a:buChar char=""/>
              <a:defRPr sz="1400">
                <a:solidFill>
                  <a:schemeClr val="tx1"/>
                </a:solidFill>
                <a:latin typeface="Century Gothic" panose="020B0502020202020204" pitchFamily="34" charset="0"/>
                <a:ea typeface="新細明體" panose="02020500000000000000" pitchFamily="18" charset="-12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TW" altLang="en-US" sz="20000" b="1" dirty="0">
                <a:ln>
                  <a:solidFill>
                    <a:schemeClr val="bg1"/>
                  </a:solidFill>
                </a:ln>
                <a:solidFill>
                  <a:srgbClr val="7030A0"/>
                </a:solidFill>
                <a:latin typeface="文鼎中圓" panose="020F0609000000000000" pitchFamily="49" charset="-120"/>
                <a:ea typeface="文鼎中圓" panose="020F0609000000000000" pitchFamily="49" charset="-120"/>
              </a:rPr>
              <a:t>報告</a:t>
            </a:r>
            <a:endParaRPr lang="en-US" altLang="zh-TW" sz="20000" b="1" dirty="0">
              <a:ln>
                <a:solidFill>
                  <a:schemeClr val="bg1"/>
                </a:solidFill>
              </a:ln>
              <a:solidFill>
                <a:srgbClr val="7030A0"/>
              </a:solidFill>
              <a:latin typeface="文鼎中圓" panose="020F0609000000000000" pitchFamily="49" charset="-120"/>
              <a:ea typeface="文鼎中圓" panose="020F0609000000000000" pitchFamily="49" charset="-12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離子">
  <a:themeElements>
    <a:clrScheme name="離子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離子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離子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1012</TotalTime>
  <Words>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文鼎中圓</vt:lpstr>
      <vt:lpstr>Century Gothic</vt:lpstr>
      <vt:lpstr>Times New Roman</vt:lpstr>
      <vt:lpstr>Wingdings 3</vt:lpstr>
      <vt:lpstr>離子</vt:lpstr>
      <vt:lpstr>PowerPoint Presentation</vt:lpstr>
    </vt:vector>
  </TitlesOfParts>
  <Company>Cumberland Presbyterian Church Hong Kong Presbytery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Tao Hsien Church</dc:creator>
  <cp:lastModifiedBy>Sam Fung</cp:lastModifiedBy>
  <cp:revision>151</cp:revision>
  <dcterms:created xsi:type="dcterms:W3CDTF">2000-12-15T05:17:58Z</dcterms:created>
  <dcterms:modified xsi:type="dcterms:W3CDTF">2026-08-26T16:38:53Z</dcterms:modified>
</cp:coreProperties>
</file>