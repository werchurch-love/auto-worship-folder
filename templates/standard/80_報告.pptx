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8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10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CC00FF"/>
    <a:srgbClr val="FF00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0929"/>
  </p:normalViewPr>
  <p:slideViewPr>
    <p:cSldViewPr>
      <p:cViewPr varScale="1">
        <p:scale>
          <a:sx n="106" d="100"/>
          <a:sy n="106" d="100"/>
        </p:scale>
        <p:origin x="141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3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5" /><Relationship Type="http://schemas.openxmlformats.org/officeDocument/2006/relationships/viewProps" Target="/ppt/viewProps.xml" Id="rId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17196-8EAE-44C4-8378-A200F114F92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7937342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8" /><Relationship Type="http://schemas.openxmlformats.org/officeDocument/2006/relationships/image" Target="/ppt/media/image4.png" Id="rId21" /><Relationship Type="http://schemas.openxmlformats.org/officeDocument/2006/relationships/slideLayout" Target="/ppt/slideLayouts/slideLayout7.xml" Id="rId7" /><Relationship Type="http://schemas.openxmlformats.org/officeDocument/2006/relationships/image" Target="/ppt/media/image3.png" Id="rId20" /><Relationship Type="http://schemas.openxmlformats.org/officeDocument/2006/relationships/image" Target="/ppt/media/image6.png" Id="rId23" /><Relationship Type="http://schemas.openxmlformats.org/officeDocument/2006/relationships/image" Target="/ppt/media/image2.png" Id="rId19" /><Relationship Type="http://schemas.openxmlformats.org/officeDocument/2006/relationships/image" Target="/ppt/media/image5.png" Id="rId22" /></Relationships>
</file>

<file path=ppt/slideMasters/slideMaster1.xml><?xml version="1.0" encoding="utf-8"?>
<p:sldMaster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/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 bwMode="auto">
          <a:xfrm>
            <a:off x="0" y="2670175"/>
            <a:ext cx="4037013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6"/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 bwMode="auto">
          <a:xfrm>
            <a:off x="0" y="2892425"/>
            <a:ext cx="1522413" cy="236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HK" altLang="en-US"/>
          </a:p>
        </p:txBody>
      </p:sp>
      <p:pic>
        <p:nvPicPr>
          <p:cNvPr id="1031" name="Picture 8"/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 bwMode="auto">
          <a:xfrm>
            <a:off x="7999413" y="0"/>
            <a:ext cx="1603375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/>
          <p:cNvPicPr>
            <a:picLocks noChangeAspect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 bwMode="auto">
          <a:xfrm>
            <a:off x="8605838" y="6096000"/>
            <a:ext cx="9937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0437813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HK" altLang="en-US"/>
          </a:p>
        </p:txBody>
      </p:sp>
      <p:sp>
        <p:nvSpPr>
          <p:cNvPr id="1034" name="Title Placeholder 1"/>
          <p:cNvSpPr>
            <a:spLocks noGrp="1"/>
          </p:cNvSpPr>
          <p:nvPr>
            <p:ph type="title"/>
          </p:nvPr>
        </p:nvSpPr>
        <p:spPr bwMode="auto">
          <a:xfrm>
            <a:off x="646113" y="452438"/>
            <a:ext cx="940435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HK"/>
          </a:p>
        </p:txBody>
      </p:sp>
      <p:sp>
        <p:nvSpPr>
          <p:cNvPr id="10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03313" y="2052638"/>
            <a:ext cx="8947150" cy="419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HK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238" y="1790700"/>
            <a:ext cx="990600" cy="3048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118" y="3225007"/>
            <a:ext cx="3859213" cy="3048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088" y="295275"/>
            <a:ext cx="838200" cy="768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F9E613D-DFA9-409F-A036-7FD630360F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17" r:id="rId7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 panose="020B0502020202020204" pitchFamily="34" charset="0"/>
          <a:ea typeface="新細明體" panose="02020500000000000000" pitchFamily="18" charset="-12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 panose="020B0502020202020204" pitchFamily="34" charset="0"/>
          <a:ea typeface="新細明體" panose="02020500000000000000" pitchFamily="18" charset="-12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 panose="020B0502020202020204" pitchFamily="34" charset="0"/>
          <a:ea typeface="新細明體" panose="02020500000000000000" pitchFamily="18" charset="-12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 panose="020B0502020202020204" pitchFamily="34" charset="0"/>
          <a:ea typeface="新細明體" panose="02020500000000000000" pitchFamily="18" charset="-12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sz="160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sz="140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rgbClr val="8AD0D6"/>
        </a:buClr>
        <a:buSzPct val="80000"/>
        <a:buFont typeface="Wingdings 3" panose="05040102010807070707" pitchFamily="18" charset="2"/>
        <a:buChar char=""/>
        <a:defRPr sz="140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 txBox="1">
            <a:spLocks noChangeArrowheads="1"/>
          </p:cNvSpPr>
          <p:nvPr/>
        </p:nvSpPr>
        <p:spPr bwMode="auto">
          <a:xfrm>
            <a:off x="1559496" y="476672"/>
            <a:ext cx="5544616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TW" altLang="en-US" sz="20000" b="1" dirty="0">
                <a:ln>
                  <a:solidFill>
                    <a:schemeClr val="bg1"/>
                  </a:solidFill>
                </a:ln>
                <a:solidFill>
                  <a:srgbClr val="7030A0"/>
                </a:solidFill>
                <a:latin typeface="文鼎中圓" panose="020F0609000000000000" pitchFamily="49" charset="-120"/>
                <a:ea typeface="文鼎中圓" panose="020F0609000000000000" pitchFamily="49" charset="-120"/>
              </a:rPr>
              <a:t>報告</a:t>
            </a:r>
            <a:endParaRPr lang="en-US" altLang="zh-TW" sz="20000" b="1" dirty="0">
              <a:ln>
                <a:solidFill>
                  <a:schemeClr val="bg1"/>
                </a:solidFill>
              </a:ln>
              <a:solidFill>
                <a:srgbClr val="7030A0"/>
              </a:solidFill>
              <a:latin typeface="文鼎中圓" panose="020F0609000000000000" pitchFamily="49" charset="-120"/>
              <a:ea typeface="文鼎中圓" panose="020F0609000000000000" pitchFamily="49" charset="-12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&#65279;<?xml version="1.0" encoding="utf-8"?><Relationships xmlns="http://schemas.openxmlformats.org/package/2006/relationships"><Relationship Type="http://schemas.openxmlformats.org/officeDocument/2006/relationships/image" Target="/ppt/media/image1.jpeg" Id="rId1" /></Relationships>
</file>

<file path=ppt/theme/theme1.xml><?xml version="1.0" encoding="utf-8"?>
<a:theme xmlns:a="http://schemas.openxmlformats.org/drawingml/2006/main" name="離子">
  <a:themeElements>
    <a:clrScheme name="離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離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離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1012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文鼎中圓</vt:lpstr>
      <vt:lpstr>Century Gothic</vt:lpstr>
      <vt:lpstr>Times New Roman</vt:lpstr>
      <vt:lpstr>Wingdings 3</vt:lpstr>
      <vt:lpstr>離子</vt:lpstr>
      <vt:lpstr>PowerPoint Presentation</vt:lpstr>
    </vt:vector>
  </TitlesOfParts>
  <Company>Cumberland Presbyterian Church Hong Kong Presbytery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Tao Hsien Church</dc:creator>
  <cp:lastModifiedBy>Sam Fung</cp:lastModifiedBy>
  <cp:revision>151</cp:revision>
  <dcterms:created xsi:type="dcterms:W3CDTF">2000-12-15T05:17:58Z</dcterms:created>
  <dcterms:modified xsi:type="dcterms:W3CDTF">2026-08-26T16:38:53Z</dcterms:modified>
</cp:coreProperties>
</file>