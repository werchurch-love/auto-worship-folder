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CC00FF"/>
    <a:srgbClr val="FF0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232" autoAdjust="0"/>
    <p:restoredTop sz="90929"/>
  </p:normalViewPr>
  <p:slideViewPr>
    <p:cSldViewPr>
      <p:cViewPr varScale="1">
        <p:scale>
          <a:sx n="89" d="100"/>
          <a:sy n="89" d="100"/>
        </p:scale>
        <p:origin x="96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654F8F7-61E7-5C28-EC21-D602086F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0554E8D-E986-C2E6-F2EF-D6430B5EA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F1ADB5-F28B-823B-7D14-78080881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D664D-5A5F-4CCB-B19C-EFBCCF3997B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24469723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1.jpeg" Id="rId1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/Relationships>
</file>

<file path=ppt/slideMasters/slideMaster1.xml><?xml version="1.0" encoding="utf-8"?>
<p:sldMaster xmlns:a16="http://schemas.microsoft.com/office/drawing/2014/main"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2556822-23A7-96E6-5CEB-16F5CAE6105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HK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6DCD960-9293-E19C-4E8B-501EE7234A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35150-A37A-7AAC-CA3D-C25E4E47B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6FACD-386C-A281-C450-9B6305E21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BC14F-C43D-D848-97B1-41EE8C1B8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8215ECE-C0EA-454F-B6A3-A1FE09B6CCBA}" type="slidenum">
              <a:rPr lang="en-US" altLang="zh-TW"/>
              <a:pPr/>
              <a:t>‹#›</a:t>
            </a:fld>
            <a:endParaRPr lang="en-US" altLang="zh-TW"/>
          </a:p>
        </p:txBody>
      </p:sp>
      <p:pic>
        <p:nvPicPr>
          <p:cNvPr id="1031" name="Picture 2" descr="劍膽琴心: 領聖餐的疑惑">
            <a:extLst>
              <a:ext uri="{FF2B5EF4-FFF2-40B4-BE49-F238E27FC236}">
                <a16:creationId xmlns:a16="http://schemas.microsoft.com/office/drawing/2014/main" id="{2BA16E75-0C5A-51A7-AF76-95B1217974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681038"/>
            <a:ext cx="12187237" cy="617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7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3">
            <a:extLst>
              <a:ext uri="{FF2B5EF4-FFF2-40B4-BE49-F238E27FC236}">
                <a16:creationId xmlns:a16="http://schemas.microsoft.com/office/drawing/2014/main" id="{4C712D1B-980D-C47F-91DC-A29D7FD6B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476250"/>
            <a:ext cx="87137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TW" altLang="en-US" sz="6000" b="1" u="sng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聖餐</a:t>
            </a:r>
            <a:endParaRPr lang="en-US" altLang="zh-TW" sz="6000" b="1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1034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佈景主題</vt:lpstr>
      <vt:lpstr>PowerPoint Presentation</vt:lpstr>
    </vt:vector>
  </TitlesOfParts>
  <Company>Cumberland Presbyterian Church Hong Kong Presbytery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Cally Chan</cp:lastModifiedBy>
  <cp:revision>153</cp:revision>
  <dcterms:created xsi:type="dcterms:W3CDTF">2000-12-15T05:17:58Z</dcterms:created>
  <dcterms:modified xsi:type="dcterms:W3CDTF">2026-09-03T04:16:10Z</dcterms:modified>
</cp:coreProperties>
</file>