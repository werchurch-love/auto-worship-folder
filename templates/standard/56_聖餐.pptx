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</p:sldIdLst>
  <p:sldSz cx="12192000" cy="6858000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66"/>
    <a:srgbClr val="CC00FF"/>
    <a:srgbClr val="FF0000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4232" autoAdjust="0"/>
    <p:restoredTop sz="90929"/>
  </p:normalViewPr>
  <p:slideViewPr>
    <p:cSldViewPr>
      <p:cViewPr varScale="1">
        <p:scale>
          <a:sx n="89" d="100"/>
          <a:sy n="89" d="100"/>
        </p:scale>
        <p:origin x="960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07EA2-08F4-1F73-E6D7-2A2EC099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FBC430-F3AD-B286-0793-3BEA6208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F449D-12B3-8E5B-550E-2C54BA40D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10E3A21-E49C-45CF-9FFB-3B2D0A324E6E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85867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78A5C-3485-BBCD-E1F6-89857616B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C31721-A9B3-8D3A-D149-37797F093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AEFFCD-F8D5-7A11-6D2F-6CBC3BE8E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859BD8D-1617-4DA5-AA55-DBFE16141B31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7140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A8003-BE8C-2740-B9D5-80491BD66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1E48B-8BB0-F4BC-4C12-615A35F14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98AE5-001A-EBAD-842A-6EC76EB9E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38B0F6F-B3A3-4BA4-B39E-3FE7BB14A0A0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86770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7FECDE3-87F7-CD20-CAE3-624516FBD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71E1EFF-FC78-7D47-DEBA-DE64F8BBF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E8E089E-DD77-7613-C8E6-E170700F7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83CEE3C-CFA5-4D35-B6FA-F7CEE12ADA46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47065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487C0D68-29B6-CF8F-7F2B-D232718F3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9BFA1AD-C1E7-5932-5583-EFBDC913C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25E6250-3AB4-EAC3-C7E3-F2B139E40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39CAABE-8F08-41E2-9129-675348A7CD83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914098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5AB139AF-5EBD-E5D9-0E8E-D29DFB6BA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7E19A3C-957C-E97D-2781-677D0A40C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0FFAC80-659D-6A90-61CC-BC6401A7D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194C125-B1FC-421E-9504-718BB5FA54B5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99216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4654F8F7-61E7-5C28-EC21-D602086F3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0554E8D-E986-C2E6-F2EF-D6430B5EA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0FF1ADB5-F28B-823B-7D14-78080881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ABD664D-5A5F-4CCB-B19C-EFBCCF3997B1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24469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51DFC7E1-F7C6-961E-77BD-49599FE16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63DCF84-785F-B9D8-C8FC-764FB162B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0BB5C72-18FF-AA9F-25B2-27F17FD7C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B03A4D8-DC45-4CF9-96F4-16F745DB12F1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070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934337C-492A-1877-3670-D4FC2DE23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92AD4E5-2FCE-9895-7808-7CD059B47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C89F45C-1BD0-DE54-ABAA-69AEFBEEC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F9860E8-2FCC-498A-AB7D-8505AC02941D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05952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E1B02-271D-8C2C-222C-795D0281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5F4F0C-37D2-C632-C37D-93B3D29FA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C0457-9FD0-7ADE-542C-D1376E6F7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9D625F-6EDD-430A-9804-4765EEC91620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81279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74C9E-F140-A895-19B3-C49E5C363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A992C2-BE45-EB76-53DC-4D396E0C6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D379FD-60CD-EAD2-4BFD-7BC40CC8F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C7FCC9D-11EB-4D9F-9FA0-FE46C36E5758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91371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E2556822-23A7-96E6-5CEB-16F5CAE6105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  <a:endParaRPr lang="en-US" altLang="zh-HK"/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F6DCD960-9293-E19C-4E8B-501EE7234AE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F35150-A37A-7AAC-CA3D-C25E4E47B7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36FACD-386C-A281-C450-9B6305E21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BC14F-C43D-D848-97B1-41EE8C1B8A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88215ECE-C0EA-454F-B6A3-A1FE09B6CCBA}" type="slidenum">
              <a:rPr lang="en-US" altLang="zh-TW"/>
              <a:pPr/>
              <a:t>‹#›</a:t>
            </a:fld>
            <a:endParaRPr lang="en-US" altLang="zh-TW"/>
          </a:p>
        </p:txBody>
      </p:sp>
      <p:pic>
        <p:nvPicPr>
          <p:cNvPr id="1031" name="Picture 2" descr="劍膽琴心: 領聖餐的疑惑">
            <a:extLst>
              <a:ext uri="{FF2B5EF4-FFF2-40B4-BE49-F238E27FC236}">
                <a16:creationId xmlns:a16="http://schemas.microsoft.com/office/drawing/2014/main" id="{2BA16E75-0C5A-51A7-AF76-95B12179747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" y="681038"/>
            <a:ext cx="12187237" cy="6176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新細明體" panose="02020500000000000000" pitchFamily="18" charset="-12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新細明體" panose="02020500000000000000" pitchFamily="18" charset="-12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新細明體" panose="02020500000000000000" pitchFamily="18" charset="-12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新細明體" panose="02020500000000000000" pitchFamily="18" charset="-12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新細明體" panose="02020500000000000000" pitchFamily="18" charset="-12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新細明體" panose="02020500000000000000" pitchFamily="18" charset="-12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新細明體" panose="02020500000000000000" pitchFamily="18" charset="-12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新細明體" panose="02020500000000000000" pitchFamily="18" charset="-12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3">
            <a:extLst>
              <a:ext uri="{FF2B5EF4-FFF2-40B4-BE49-F238E27FC236}">
                <a16:creationId xmlns:a16="http://schemas.microsoft.com/office/drawing/2014/main" id="{4C712D1B-980D-C47F-91DC-A29D7FD6BE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5688" y="476250"/>
            <a:ext cx="8713787" cy="10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zh-TW" altLang="en-US" sz="6000" b="1" u="sng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聖餐</a:t>
            </a:r>
            <a:endParaRPr lang="en-US" altLang="zh-TW" sz="6000" b="1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1034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佈景主題</vt:lpstr>
      <vt:lpstr>PowerPoint Presentation</vt:lpstr>
    </vt:vector>
  </TitlesOfParts>
  <Company>Cumberland Presbyterian Church Hong Kong Presbytery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Tao Hsien Church</dc:creator>
  <cp:lastModifiedBy>Cally Chan</cp:lastModifiedBy>
  <cp:revision>153</cp:revision>
  <dcterms:created xsi:type="dcterms:W3CDTF">2000-12-15T05:17:58Z</dcterms:created>
  <dcterms:modified xsi:type="dcterms:W3CDTF">2026-09-03T04:16:10Z</dcterms:modified>
</cp:coreProperties>
</file>