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3"/>
  </p:handoutMasterIdLst>
  <p:sldIdLst>
    <p:sldId id="257" r:id="rId2"/>
  </p:sldIdLst>
  <p:sldSz cx="12192000" cy="6858000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Times New Roman" panose="02020603050405020304" pitchFamily="18" charset="0"/>
        <a:ea typeface="標楷體" panose="03000509000000000000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FF"/>
    <a:srgbClr val="CC66FF"/>
    <a:srgbClr val="9933FF"/>
    <a:srgbClr val="FF99FF"/>
    <a:srgbClr val="66CCFF"/>
    <a:srgbClr val="6600CC"/>
    <a:srgbClr val="33CCFF"/>
    <a:srgbClr val="0066FF"/>
    <a:srgbClr val="9966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9" autoAdjust="0"/>
    <p:restoredTop sz="94692" autoAdjust="0"/>
  </p:normalViewPr>
  <p:slideViewPr>
    <p:cSldViewPr>
      <p:cViewPr varScale="1">
        <p:scale>
          <a:sx n="79" d="100"/>
          <a:sy n="79" d="100"/>
        </p:scale>
        <p:origin x="144" y="16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9" d="100"/>
          <a:sy n="59" d="100"/>
        </p:scale>
        <p:origin x="-1740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handoutMaster" Target="/ppt/handoutMasters/handout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handoutMasters/_rels/handout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628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ea typeface="新細明體" panose="02020500000000000000" pitchFamily="18" charset="-120"/>
              </a:defRPr>
            </a:lvl1pPr>
          </a:lstStyle>
          <a:p>
            <a:pPr>
              <a:defRPr/>
            </a:pPr>
            <a:fld id="{90E0F48E-5123-476C-A632-1303A6EB6F4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5842664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16168-72CB-43A9-A383-8965F5FCA83A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EE14C0-651B-4CCE-ADEB-46123FEFE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356962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1.jpeg" Id="rId13" /><Relationship Type="http://schemas.openxmlformats.org/officeDocument/2006/relationships/slideLayout" Target="/ppt/slideLayouts/slideLayout7.xml" Id="rId7" /><Relationship Type="http://schemas.openxmlformats.org/officeDocument/2006/relationships/theme" Target="/ppt/theme/theme1.xml" Id="rId12" /></Relationships>
</file>

<file path=ppt/slideMasters/slideMaster1.xml><?xml version="1.0" encoding="utf-8"?>
<p:sldMaster xmlns:a14="http://schemas.microsoft.com/office/drawing/2010/main"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  <a:endParaRPr lang="en-US" altLang="zh-HK" smtClean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altLang="zh-HK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89F6BA-BED2-4498-ACC7-623E3273F74C}" type="datetimeFigureOut">
              <a:rPr lang="en-US"/>
              <a:pPr>
                <a:defRPr/>
              </a:pPr>
              <a:t>11/5/2021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C1BD0FFB-9A54-435E-B566-84BD86730C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2" name="Picture 2" descr="maxresdefault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835" b="13483"/>
          <a:stretch>
            <a:fillRect/>
          </a:stretch>
        </p:blipFill>
        <p:spPr bwMode="auto">
          <a:xfrm>
            <a:off x="8922" y="-243408"/>
            <a:ext cx="12183077" cy="71014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新細明體" panose="02020500000000000000" pitchFamily="18" charset="-12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Id1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12"/>
          <p:cNvSpPr txBox="1">
            <a:spLocks noChangeArrowheads="1"/>
          </p:cNvSpPr>
          <p:nvPr/>
        </p:nvSpPr>
        <p:spPr bwMode="auto">
          <a:xfrm>
            <a:off x="1905000" y="8382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endParaRPr lang="en-US" altLang="zh-HK" sz="2400">
              <a:latin typeface="Times New Roman" panose="02020603050405020304" pitchFamily="18" charset="0"/>
            </a:endParaRPr>
          </a:p>
        </p:txBody>
      </p:sp>
      <p:sp>
        <p:nvSpPr>
          <p:cNvPr id="3075" name="Text Box 23"/>
          <p:cNvSpPr txBox="1">
            <a:spLocks noChangeArrowheads="1"/>
          </p:cNvSpPr>
          <p:nvPr/>
        </p:nvSpPr>
        <p:spPr bwMode="auto">
          <a:xfrm>
            <a:off x="-600744" y="2343656"/>
            <a:ext cx="10873208" cy="1938992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dirty="0" smtClean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請</a:t>
            </a:r>
            <a:r>
              <a:rPr lang="zh-TW" altLang="en-US" sz="60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關掉手機或設定靜音</a:t>
            </a:r>
          </a:p>
          <a:p>
            <a:pPr algn="ctr" eaLnBrk="1" hangingPunct="1">
              <a:defRPr/>
            </a:pPr>
            <a:r>
              <a:rPr lang="zh-TW" altLang="en-US" sz="6000" dirty="0" smtClean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切</a:t>
            </a:r>
            <a:r>
              <a:rPr lang="zh-TW" altLang="en-US" sz="6000" dirty="0">
                <a:solidFill>
                  <a:srgbClr val="00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中仿" panose="02020609000000000000" pitchFamily="49" charset="-120"/>
                <a:ea typeface="文鼎中仿" panose="02020609000000000000" pitchFamily="49" charset="-120"/>
              </a:rPr>
              <a:t>勿拍攝，以免影響聚會</a:t>
            </a:r>
          </a:p>
        </p:txBody>
      </p:sp>
      <p:sp>
        <p:nvSpPr>
          <p:cNvPr id="4" name="Text Box 23"/>
          <p:cNvSpPr txBox="1">
            <a:spLocks noChangeArrowheads="1"/>
          </p:cNvSpPr>
          <p:nvPr/>
        </p:nvSpPr>
        <p:spPr bwMode="auto">
          <a:xfrm>
            <a:off x="1667508" y="325904"/>
            <a:ext cx="6336704" cy="1938992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tx1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9pPr>
          </a:lstStyle>
          <a:p>
            <a:pPr algn="ctr" eaLnBrk="1" hangingPunct="1">
              <a:defRPr/>
            </a:pPr>
            <a:r>
              <a:rPr lang="zh-TW" altLang="en-US" sz="6000" b="1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文鼎粗毛楷" panose="03000809000000000000" pitchFamily="65" charset="-120"/>
                <a:ea typeface="文鼎粗毛楷" panose="03000809000000000000" pitchFamily="65" charset="-120"/>
              </a:rPr>
              <a:t>崇拜即將開始</a:t>
            </a:r>
            <a:endParaRPr lang="en-US" altLang="zh-TW" sz="6000" b="1" dirty="0" smtClean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文鼎粗毛楷" panose="03000809000000000000" pitchFamily="65" charset="-120"/>
              <a:ea typeface="文鼎粗毛楷" panose="03000809000000000000" pitchFamily="65" charset="-120"/>
            </a:endParaRPr>
          </a:p>
          <a:p>
            <a:pPr algn="ctr" eaLnBrk="1" hangingPunct="1">
              <a:defRPr/>
            </a:pPr>
            <a:r>
              <a:rPr lang="zh-TW" altLang="en-US" sz="6000" b="1" dirty="0" smtClean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文鼎粗毛楷" panose="03000809000000000000" pitchFamily="65" charset="-120"/>
                <a:ea typeface="文鼎粗毛楷" panose="03000809000000000000" pitchFamily="65" charset="-120"/>
              </a:rPr>
              <a:t>請會眾安靜祈禱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預設簡報設計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1481</TotalTime>
  <Words>22</Words>
  <Application>Microsoft Office PowerPoint</Application>
  <PresentationFormat>寬螢幕</PresentationFormat>
  <Paragraphs>4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10" baseType="lpstr">
      <vt:lpstr>文鼎中仿</vt:lpstr>
      <vt:lpstr>文鼎粗毛楷</vt:lpstr>
      <vt:lpstr>新細明體</vt:lpstr>
      <vt:lpstr>標楷體</vt:lpstr>
      <vt:lpstr>Arial</vt:lpstr>
      <vt:lpstr>Calibri</vt:lpstr>
      <vt:lpstr>Calibri Light</vt:lpstr>
      <vt:lpstr>Times New Roman</vt:lpstr>
      <vt:lpstr>預設簡報設計</vt:lpstr>
      <vt:lpstr>PowerPoint 簡報</vt:lpstr>
    </vt:vector>
  </TitlesOfParts>
  <Company>Cumberland Presbyterian Church Hong Kong Presbytery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Tao Hsien Church</dc:creator>
  <cp:lastModifiedBy>Cally Chan</cp:lastModifiedBy>
  <cp:revision>217</cp:revision>
  <dcterms:created xsi:type="dcterms:W3CDTF">2000-12-15T02:53:00Z</dcterms:created>
  <dcterms:modified xsi:type="dcterms:W3CDTF">2021-11-05T07:14:53Z</dcterms:modified>
</cp:coreProperties>
</file>