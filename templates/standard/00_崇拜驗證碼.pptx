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27D02993-F849-4E3D-9F3C-CA350BB6A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="" xmlns:a16="http://schemas.microsoft.com/office/drawing/2014/main" id="{D11BC79A-A5CA-4591-8770-9DC0DBCA1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03260A00-CA44-4B81-A69C-7CCA1092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659B0E40-A052-4CF3-85A5-51D29C87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6B5E8104-E4A7-4BC0-AA6C-860AC2F4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15343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338112FE-5917-43CB-AB50-FDC21C53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45413A04-9A1B-474B-9D51-E131F2502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22F237A9-8DA6-4256-9D4D-16116A25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432434C1-CB30-4DF1-8030-C04B1C05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B22649EE-0324-4FAC-9D06-6F7BE8CF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2802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55D938B9-41EE-44E4-908F-90712FB54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D930819F-BD02-4DCD-A59A-49470BA3C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8093A588-0FA7-4AC0-8505-5B52062A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C754C712-539A-45A8-9A15-0CF70F3C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96F85973-970F-449F-B6EF-493D0604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98937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5B106933-B0C1-4BE3-93FF-4EEBA5258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ECC94B64-E5B8-4D8F-9285-EA8656FD9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="" xmlns:a16="http://schemas.microsoft.com/office/drawing/2014/main" id="{932C7104-5CB7-4619-AF19-7A9EB0668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="" xmlns:a16="http://schemas.microsoft.com/office/drawing/2014/main" id="{24D28466-1AE6-4C8E-A742-1FD2FEE6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="" xmlns:a16="http://schemas.microsoft.com/office/drawing/2014/main" id="{2AF8CED1-269F-4B42-B897-4CE3321BA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="" xmlns:a16="http://schemas.microsoft.com/office/drawing/2014/main" id="{F215DD6A-DFED-4140-8FB7-62A4B37A5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7987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2BAF77E6-3539-419B-958A-25B8FBC7A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416DA3DC-1C7E-411B-9B6D-9FA6A8C18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="" xmlns:a16="http://schemas.microsoft.com/office/drawing/2014/main" id="{794AAF1B-1F2F-49E1-9744-EB5FECE87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="" xmlns:a16="http://schemas.microsoft.com/office/drawing/2014/main" id="{7D2B4B49-96DC-4F2E-9C18-2B83C4B90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="" xmlns:a16="http://schemas.microsoft.com/office/drawing/2014/main" id="{57B15D70-EAB4-4595-9E3E-3EA02935F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="" xmlns:a16="http://schemas.microsoft.com/office/drawing/2014/main" id="{F0DED26E-2EFA-4175-A55A-6803F025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="" xmlns:a16="http://schemas.microsoft.com/office/drawing/2014/main" id="{8C3D7BAF-776B-41A1-ADA7-63B14431B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="" xmlns:a16="http://schemas.microsoft.com/office/drawing/2014/main" id="{25F18030-594A-4398-A804-2C332725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0416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18CE71E-5C41-428F-BF1A-A2E4AD2D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="" xmlns:a16="http://schemas.microsoft.com/office/drawing/2014/main" id="{3E18D7A4-3A7B-4482-9A55-C51F0095E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="" xmlns:a16="http://schemas.microsoft.com/office/drawing/2014/main" id="{F6BA4131-48F5-4FF3-A205-1C27E257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="" xmlns:a16="http://schemas.microsoft.com/office/drawing/2014/main" id="{C5E4C92A-5FF2-4E67-AF13-1BC42DAF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25818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="" xmlns:a16="http://schemas.microsoft.com/office/drawing/2014/main" id="{AB3714DB-D4BC-4A31-9D83-9D18484EB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="" xmlns:a16="http://schemas.microsoft.com/office/drawing/2014/main" id="{2F13A1A2-C72F-416B-A43A-E5BCB4066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="" xmlns:a16="http://schemas.microsoft.com/office/drawing/2014/main" id="{F7FC6B5C-92B9-422B-8531-EA2064E0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0507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791C7B6-B48E-4326-998C-AB708820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="" xmlns:a16="http://schemas.microsoft.com/office/drawing/2014/main" id="{54D5D5BA-DC37-44C9-9102-D71BF3517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="" xmlns:a16="http://schemas.microsoft.com/office/drawing/2014/main" id="{6900EFDB-93D0-4C71-8980-F12BADEF0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="" xmlns:a16="http://schemas.microsoft.com/office/drawing/2014/main" id="{A9FABA2E-B0BD-420F-BDE7-560D82192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="" xmlns:a16="http://schemas.microsoft.com/office/drawing/2014/main" id="{5F1AA309-AFDC-4403-9D05-FED72244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="" xmlns:a16="http://schemas.microsoft.com/office/drawing/2014/main" id="{599A7488-198F-4F3D-9589-08ED95EF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9453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195FAC59-49C9-4E03-B2CC-490B4EC7B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="" xmlns:a16="http://schemas.microsoft.com/office/drawing/2014/main" id="{B824689F-96B2-4D46-A589-BA2D7482B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="" xmlns:a16="http://schemas.microsoft.com/office/drawing/2014/main" id="{02F107EC-CB1D-4EC0-8977-B4C228C3D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="" xmlns:a16="http://schemas.microsoft.com/office/drawing/2014/main" id="{45CBFB7D-EAE8-4782-9448-2CA3F2C11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="" xmlns:a16="http://schemas.microsoft.com/office/drawing/2014/main" id="{5FBED9C2-F965-4ED5-868D-BB54F321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="" xmlns:a16="http://schemas.microsoft.com/office/drawing/2014/main" id="{3BAAFE26-FC9A-4790-8FAC-1881011B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9162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A70E6EC8-C887-4A98-8448-8AE6778C0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="" xmlns:a16="http://schemas.microsoft.com/office/drawing/2014/main" id="{D9DFC8B5-61E8-45D2-AD8B-9F24D1535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96CA9A78-7882-4ACA-9CDE-18A7BD27E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E3EF7B7F-9462-40CF-B1C7-B1A847BE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970F80CD-1870-41D0-A6D7-857E9081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8304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="" xmlns:a16="http://schemas.microsoft.com/office/drawing/2014/main" id="{7DF9FB9B-0262-4473-9A0D-C87A51C54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="" xmlns:a16="http://schemas.microsoft.com/office/drawing/2014/main" id="{317E97DD-57D8-42FD-828A-F0A39D0E5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4757850D-8ACC-452E-BAC3-B1A662A85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540A07AA-34CE-4972-94FE-45A2506D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BE08A9A8-A50E-45DE-8825-CDBCEA2B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52912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="" xmlns:a16="http://schemas.microsoft.com/office/drawing/2014/main" id="{86DA10BB-625D-4B5A-B005-5B36722D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3084E2DC-C210-4387-AB7C-9D11CD4DB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F96B98C5-F802-4231-B19F-CA63909C6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7B15B-2D08-444A-816A-2C5EA6141F13}" type="datetimeFigureOut">
              <a:rPr lang="zh-HK" altLang="en-US" smtClean="0"/>
              <a:t>17/8/2026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08CA787B-DB58-45C2-84EC-462371CD3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18DD08FC-5A17-49E4-BDCB-3F536DB1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6856F-3AF0-4EBA-9370-3306E4CF6F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7196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19540" y="846988"/>
            <a:ext cx="9417963" cy="45243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崇拜驗證</a:t>
            </a:r>
            <a:r>
              <a:rPr lang="zh-TW" altLang="en-US" sz="144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碼</a:t>
            </a:r>
            <a:endParaRPr lang="en-US" altLang="zh-TW" sz="14400" b="1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14400" b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709</a:t>
            </a:r>
            <a:endParaRPr lang="zh-TW" altLang="en-US" sz="14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30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</Words>
  <Application>Microsoft Office PowerPoint</Application>
  <PresentationFormat>寬螢幕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Chan Chan</dc:creator>
  <cp:lastModifiedBy>Kenix Kwan</cp:lastModifiedBy>
  <cp:revision>52</cp:revision>
  <dcterms:created xsi:type="dcterms:W3CDTF">2025-01-11T04:54:55Z</dcterms:created>
  <dcterms:modified xsi:type="dcterms:W3CDTF">2026-08-17T06:52:07Z</dcterms:modified>
</cp:coreProperties>
</file>