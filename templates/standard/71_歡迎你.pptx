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72" r:id="rId2"/>
  </p:sldMasterIdLst>
  <p:sldIdLst>
    <p:sldId id="256" r:id="rId3"/>
  </p:sldIdLst>
  <p:sldSz cx="12192000" cy="6858000"/>
  <p:notesSz cx="6858000" cy="9144000"/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33"/>
    <a:srgbClr val="FAD9C2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2" dt="2026-09-01T16:43:35.114"/>
    <p1510:client id="{821D6C69-1F2B-6B88-8EB5-E8F7D43E7186}" v="231" dt="2026-09-01T19:25:18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3" autoAdjust="0"/>
    <p:restoredTop sz="94660"/>
  </p:normalViewPr>
  <p:slideViewPr>
    <p:cSldViewPr snapToGrid="0">
      <p:cViewPr varScale="1">
        <p:scale>
          <a:sx n="71" d="100"/>
          <a:sy n="71" d="100"/>
        </p:scale>
        <p:origin x="6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8001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39106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879458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80377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073612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4163697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717115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09851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K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188266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292482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42723217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A0923-53A4-4EF9-8D36-2211106C1081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54CE3-A724-4933-A572-BB78A7A87CD4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988218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08ED8-30D0-49CE-A407-2D3D905DC7AD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843805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A0923-53A4-4EF9-8D36-2211106C1081}" type="datetimeFigureOut">
              <a:rPr lang="zh-HK" altLang="en-US" smtClean="0"/>
              <a:t>1/9/2026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254CE3-A724-4933-A572-BB78A7A87CD4}" type="slidenum">
              <a:rPr lang="zh-HK" altLang="en-US" smtClean="0"/>
              <a:t>‹#›</a:t>
            </a:fld>
            <a:endParaRPr lang="zh-HK" altLang="en-US"/>
          </a:p>
        </p:txBody>
      </p:sp>
      <p:pic>
        <p:nvPicPr>
          <p:cNvPr id="8" name="圖片 7" descr="一張含有 文字, 標誌, 字型, 圖形 的圖片&#10;&#10;自動產生的描述">
            <a:extLst>
              <a:ext uri="{FF2B5EF4-FFF2-40B4-BE49-F238E27FC236}">
                <a16:creationId xmlns:a16="http://schemas.microsoft.com/office/drawing/2014/main" id="{2B6D0C4E-70EF-5D9F-A1A5-9C959FB07CA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18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318828" y="3656392"/>
            <a:ext cx="4188219" cy="15798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zh-TW" altLang="en-US" sz="9600" b="1" cap="none" spc="0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"/>
                <a:ea typeface="Microsoft JhengHei"/>
              </a:rPr>
              <a:t>歡迎您</a:t>
            </a:r>
            <a:r>
              <a:rPr lang="en-US" altLang="zh-TW" sz="9600" b="1" cap="none" spc="0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icrosoft JhengHei"/>
                <a:ea typeface="Microsoft JhengHei"/>
              </a:rPr>
              <a:t>!</a:t>
            </a:r>
            <a:endParaRPr lang="zh-TW" altLang="en-US" sz="9600" b="1" cap="none" spc="0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Microsoft JhengHei"/>
              <a:ea typeface="Microsoft JhengHei"/>
            </a:endParaRPr>
          </a:p>
        </p:txBody>
      </p:sp>
      <p:sp>
        <p:nvSpPr>
          <p:cNvPr id="3" name="矩形 5">
            <a:extLst>
              <a:ext uri="{FF2B5EF4-FFF2-40B4-BE49-F238E27FC236}">
                <a16:creationId xmlns:a16="http://schemas.microsoft.com/office/drawing/2014/main" id="{133FC13B-3299-746F-96C8-190F4EBEB1B7}"/>
              </a:ext>
            </a:extLst>
          </p:cNvPr>
          <p:cNvSpPr/>
          <p:nvPr/>
        </p:nvSpPr>
        <p:spPr>
          <a:xfrm>
            <a:off x="148725" y="1715831"/>
            <a:ext cx="4176832" cy="193899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zh-TW" sz="12000" b="1" dirty="0" err="1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Microsoft JhengHei"/>
                <a:ea typeface="Microsoft JhengHei"/>
              </a:rPr>
              <a:t>道顯</a:t>
            </a:r>
            <a:endParaRPr lang="en-US">
              <a:solidFill>
                <a:srgbClr val="FFFF0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55913461"/>
      </p:ext>
    </p:extLst>
  </p:cSld>
  <p:clrMapOvr>
    <a:masterClrMapping/>
  </p:clrMapOvr>
</p:sld>
</file>

<file path=ppt/theme/theme1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自訂設計</vt:lpstr>
      <vt:lpstr>1_Office 佈景主題</vt:lpstr>
      <vt:lpstr>PowerPoint Presentation</vt:lpstr>
    </vt:vector>
  </TitlesOfParts>
  <Company>Tao Hsien Church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Kenix Kwan</dc:creator>
  <cp:lastModifiedBy>Kenix Kwan</cp:lastModifiedBy>
  <cp:revision>96</cp:revision>
  <dcterms:created xsi:type="dcterms:W3CDTF">2025-12-27T05:24:30Z</dcterms:created>
  <dcterms:modified xsi:type="dcterms:W3CDTF">2026-09-01T19:25:26Z</dcterms:modified>
</cp:coreProperties>
</file>