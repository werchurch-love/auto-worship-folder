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7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FEBFF"/>
    <a:srgbClr val="FFFFCC"/>
    <a:srgbClr val="220B00"/>
    <a:srgbClr val="5C1F00"/>
    <a:srgbClr val="361200"/>
    <a:srgbClr val="180800"/>
    <a:srgbClr val="260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101" d="100"/>
          <a:sy n="101" d="100"/>
        </p:scale>
        <p:origin x="95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7BE4491-08FB-4002-AE2D-8622ED2B35F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71357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94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lion_rock_kowloon_view_resized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44"/>
          <a:stretch>
            <a:fillRect/>
          </a:stretch>
        </p:blipFill>
        <p:spPr bwMode="auto">
          <a:xfrm>
            <a:off x="7818437" y="0"/>
            <a:ext cx="43735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2"/>
          <p:cNvSpPr txBox="1">
            <a:spLocks noChangeArrowheads="1"/>
          </p:cNvSpPr>
          <p:nvPr/>
        </p:nvSpPr>
        <p:spPr bwMode="auto">
          <a:xfrm>
            <a:off x="1905000" y="8382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TW">
              <a:ea typeface="新細明體" panose="02020500000000000000" pitchFamily="18" charset="-120"/>
            </a:endParaRPr>
          </a:p>
        </p:txBody>
      </p:sp>
      <p:sp>
        <p:nvSpPr>
          <p:cNvPr id="3075" name="Text Box 23"/>
          <p:cNvSpPr txBox="1">
            <a:spLocks noChangeArrowheads="1"/>
          </p:cNvSpPr>
          <p:nvPr/>
        </p:nvSpPr>
        <p:spPr bwMode="auto">
          <a:xfrm>
            <a:off x="407368" y="404664"/>
            <a:ext cx="6912768" cy="517064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讚美天父愛世慈仁</a:t>
            </a:r>
          </a:p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讚美耶穌代贖洪恩</a:t>
            </a:r>
          </a:p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讚美聖靈開我茅塞</a:t>
            </a:r>
            <a:endParaRPr lang="en-US" altLang="zh-TW" sz="6600" dirty="0">
              <a:ln>
                <a:solidFill>
                  <a:schemeClr val="tx1"/>
                </a:solidFill>
              </a:ln>
              <a:solidFill>
                <a:schemeClr val="tx2"/>
              </a:solidFill>
              <a:latin typeface="文鼎中圓" panose="020F0609000000000000" pitchFamily="49" charset="-120"/>
              <a:ea typeface="文鼎中圓" panose="020F0609000000000000" pitchFamily="49" charset="-120"/>
            </a:endParaRPr>
          </a:p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讚美三位合一真神</a:t>
            </a:r>
            <a:endParaRPr lang="en-US" altLang="zh-TW" sz="6600" dirty="0">
              <a:ln>
                <a:solidFill>
                  <a:schemeClr val="tx1"/>
                </a:solidFill>
              </a:ln>
              <a:solidFill>
                <a:schemeClr val="tx2"/>
              </a:solidFill>
              <a:latin typeface="文鼎中圓" panose="020F0609000000000000" pitchFamily="49" charset="-120"/>
              <a:ea typeface="文鼎中圓" panose="020F0609000000000000" pitchFamily="49" charset="-120"/>
            </a:endParaRPr>
          </a:p>
          <a:p>
            <a:pPr algn="ctr" eaLnBrk="1" hangingPunct="1">
              <a:defRPr/>
            </a:pPr>
            <a:r>
              <a:rPr lang="zh-TW" altLang="en-US" sz="66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自訂 1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25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文鼎中圓</vt:lpstr>
      <vt:lpstr>新細明體</vt:lpstr>
      <vt:lpstr>Times New Roman</vt:lpstr>
      <vt:lpstr>預設簡報設計</vt:lpstr>
      <vt:lpstr>PowerPoint Presentation</vt:lpstr>
    </vt:vector>
  </TitlesOfParts>
  <Company>Cumberland Presbyterian Church Hong Kong Presbytery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Sam Fung</cp:lastModifiedBy>
  <cp:revision>170</cp:revision>
  <dcterms:created xsi:type="dcterms:W3CDTF">2000-12-15T02:53:00Z</dcterms:created>
  <dcterms:modified xsi:type="dcterms:W3CDTF">2026-08-26T16:33:45Z</dcterms:modified>
</cp:coreProperties>
</file>