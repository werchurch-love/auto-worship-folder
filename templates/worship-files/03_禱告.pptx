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660066"/>
    <a:srgbClr val="CC00FF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0929"/>
  </p:normalViewPr>
  <p:slideViewPr>
    <p:cSldViewPr>
      <p:cViewPr varScale="1">
        <p:scale>
          <a:sx n="89" d="100"/>
          <a:sy n="89" d="100"/>
        </p:scale>
        <p:origin x="960" y="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HK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26BA-B9E0-4E22-9D30-13AD311071F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397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E22C5-36A9-4AF0-8C23-C7FB2226CC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236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D5E93-F4DA-4AA8-AF7D-DB5EA9B2062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9998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7A00F-64DA-447C-9151-AA82607F3D3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209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64A09-E5CE-4477-941A-3EC4AB1EFAD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5664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E0FEB-7EF4-467E-96F3-86CD9E87E28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3114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AF59E1-2AFB-44FB-97D0-1A15612C8D1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89059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6C9EE4-EE3B-420A-9C08-50C3586B5A4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993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HK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304E0-3E06-4367-9C70-4AAA8F2ECC4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971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CACBB-B0DC-46FF-88A1-756464158CB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7201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B1803-870A-4D15-A694-C09C7565E20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7324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2995805-6E95-4F26-AA4C-7C01DDFE96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" name="矩形 1"/>
          <p:cNvSpPr/>
          <p:nvPr userDrawn="1"/>
        </p:nvSpPr>
        <p:spPr>
          <a:xfrm>
            <a:off x="0" y="-7938"/>
            <a:ext cx="12192000" cy="68580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HK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1" r:id="rId7"/>
    <p:sldLayoutId id="2147483667" r:id="rId8"/>
    <p:sldLayoutId id="2147483668" r:id="rId9"/>
    <p:sldLayoutId id="2147483669" r:id="rId10"/>
    <p:sldLayoutId id="2147483670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yt3.ggpht.com/a/AGF-l78A8ZExZD1rovyOraZ5HsNbljDmUduoSITY0w=s900-mo-c-c0xffffffff-rj-k-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5413"/>
            <a:ext cx="12192000" cy="825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9900"/>
      </a:hlink>
      <a:folHlink>
        <a:srgbClr val="969696"/>
      </a:folHlink>
    </a:clrScheme>
    <a:fontScheme name="預設簡報設計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660066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Times New Roman</vt:lpstr>
      <vt:lpstr>新細明體</vt:lpstr>
      <vt:lpstr>Arial</vt:lpstr>
      <vt:lpstr>Calibri</vt:lpstr>
      <vt:lpstr>預設簡報設計</vt:lpstr>
      <vt:lpstr>PowerPoint 簡報</vt:lpstr>
    </vt:vector>
  </TitlesOfParts>
  <Company>Cumberland Presbyterian Church Hong Kong Presbytery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Cally Chan</cp:lastModifiedBy>
  <cp:revision>148</cp:revision>
  <dcterms:created xsi:type="dcterms:W3CDTF">2000-12-15T05:17:58Z</dcterms:created>
  <dcterms:modified xsi:type="dcterms:W3CDTF">2021-08-28T03:22:35Z</dcterms:modified>
</cp:coreProperties>
</file>