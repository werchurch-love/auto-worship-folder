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"/>
  </p:handoutMasterIdLst>
  <p:sldIdLst>
    <p:sldId id="257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CC66FF"/>
    <a:srgbClr val="9933FF"/>
    <a:srgbClr val="FF99FF"/>
    <a:srgbClr val="66CCFF"/>
    <a:srgbClr val="6600CC"/>
    <a:srgbClr val="33CCFF"/>
    <a:srgbClr val="0066FF"/>
    <a:srgbClr val="9966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92" autoAdjust="0"/>
  </p:normalViewPr>
  <p:slideViewPr>
    <p:cSldViewPr>
      <p:cViewPr varScale="1">
        <p:scale>
          <a:sx n="79" d="100"/>
          <a:sy n="79" d="100"/>
        </p:scale>
        <p:origin x="144" y="16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0E0F48E-5123-476C-A632-1303A6EB6F4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84266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0E3C4-BA73-4060-A6DA-6F80D2172296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4A9A3-65CF-49EA-B6C0-0C38344039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3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690688"/>
            <a:ext cx="10515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B5E2D-E4DA-439F-B943-DB44340646D4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0A134-0436-4857-AAC2-3D88ED45F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9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879D6-0742-4E77-BFE4-51FA3774C2C4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23D1F-4686-43B7-A4A1-AA5F141A76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13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C70AB-713C-49AF-9472-EA28CB860D2D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3FD21-6C8A-4E4C-8CA8-A0DEBC4A6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1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6F5E7-469F-4FA8-A87C-6F5E851548BE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37395-25D3-4897-A6B2-F4DA514356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4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325B2-662E-48E3-B392-60A958323B40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E0E6D-C581-4808-AF2B-7136FBA1C0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1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16168-72CB-43A9-A383-8965F5FCA83A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E14C0-651B-4CCE-ADEB-46123FEFE2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5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5E357-1523-41CC-80B5-6EB2C36FF1BC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B753B-4FEE-4328-9C28-E986A1F616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88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09147-6FAD-4116-9A2D-983CDC7CE50C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4DAEA-E098-4F42-A586-DCF5397BF6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2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74B5E-221B-436D-9F49-E9D09FF24D61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4FC6B-D822-4002-9E4A-4C284CFC6B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0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2F6D7F-A380-4128-B8E0-2D45A4A13619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3DF98-6FE2-4E5C-8C7E-A9A87F3413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6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HK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HK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689F6BA-BED2-4498-ACC7-623E3273F74C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BD0FFB-9A54-435E-B566-84BD86730C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2" descr="maxresdefaul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5" b="13483"/>
          <a:stretch>
            <a:fillRect/>
          </a:stretch>
        </p:blipFill>
        <p:spPr bwMode="auto">
          <a:xfrm>
            <a:off x="8922" y="-243408"/>
            <a:ext cx="12183077" cy="7101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2"/>
          <p:cNvSpPr txBox="1">
            <a:spLocks noChangeArrowheads="1"/>
          </p:cNvSpPr>
          <p:nvPr/>
        </p:nvSpPr>
        <p:spPr bwMode="auto">
          <a:xfrm>
            <a:off x="1905000" y="8382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zh-HK" sz="2400">
              <a:latin typeface="Times New Roman" panose="02020603050405020304" pitchFamily="18" charset="0"/>
            </a:endParaRPr>
          </a:p>
        </p:txBody>
      </p:sp>
      <p:sp>
        <p:nvSpPr>
          <p:cNvPr id="3075" name="Text Box 23"/>
          <p:cNvSpPr txBox="1">
            <a:spLocks noChangeArrowheads="1"/>
          </p:cNvSpPr>
          <p:nvPr/>
        </p:nvSpPr>
        <p:spPr bwMode="auto">
          <a:xfrm>
            <a:off x="-600744" y="2343656"/>
            <a:ext cx="10873208" cy="1938992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dirty="0" smtClean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仿" panose="02020609000000000000" pitchFamily="49" charset="-120"/>
                <a:ea typeface="文鼎中仿" panose="02020609000000000000" pitchFamily="49" charset="-120"/>
              </a:rPr>
              <a:t>請</a:t>
            </a:r>
            <a:r>
              <a:rPr lang="zh-TW" altLang="en-US" sz="60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仿" panose="02020609000000000000" pitchFamily="49" charset="-120"/>
                <a:ea typeface="文鼎中仿" panose="02020609000000000000" pitchFamily="49" charset="-120"/>
              </a:rPr>
              <a:t>關掉手機或設定靜音</a:t>
            </a:r>
          </a:p>
          <a:p>
            <a:pPr algn="ctr" eaLnBrk="1" hangingPunct="1">
              <a:defRPr/>
            </a:pPr>
            <a:r>
              <a:rPr lang="zh-TW" altLang="en-US" sz="6000" dirty="0" smtClean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仿" panose="02020609000000000000" pitchFamily="49" charset="-120"/>
                <a:ea typeface="文鼎中仿" panose="02020609000000000000" pitchFamily="49" charset="-120"/>
              </a:rPr>
              <a:t>切</a:t>
            </a:r>
            <a:r>
              <a:rPr lang="zh-TW" altLang="en-US" sz="60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仿" panose="02020609000000000000" pitchFamily="49" charset="-120"/>
                <a:ea typeface="文鼎中仿" panose="02020609000000000000" pitchFamily="49" charset="-120"/>
              </a:rPr>
              <a:t>勿拍攝，以免影響聚會</a:t>
            </a: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1667508" y="325904"/>
            <a:ext cx="6336704" cy="1938992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 smtClean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文鼎粗毛楷" panose="03000809000000000000" pitchFamily="65" charset="-120"/>
                <a:ea typeface="文鼎粗毛楷" panose="03000809000000000000" pitchFamily="65" charset="-120"/>
              </a:rPr>
              <a:t>崇拜即將開始</a:t>
            </a:r>
            <a:endParaRPr lang="en-US" altLang="zh-TW" sz="6000" b="1" dirty="0" smtClean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文鼎粗毛楷" panose="03000809000000000000" pitchFamily="65" charset="-120"/>
              <a:ea typeface="文鼎粗毛楷" panose="03000809000000000000" pitchFamily="65" charset="-120"/>
            </a:endParaRPr>
          </a:p>
          <a:p>
            <a:pPr algn="ctr" eaLnBrk="1" hangingPunct="1">
              <a:defRPr/>
            </a:pPr>
            <a:r>
              <a:rPr lang="zh-TW" altLang="en-US" sz="6000" b="1" dirty="0" smtClean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文鼎粗毛楷" panose="03000809000000000000" pitchFamily="65" charset="-120"/>
                <a:ea typeface="文鼎粗毛楷" panose="03000809000000000000" pitchFamily="65" charset="-120"/>
              </a:rPr>
              <a:t>請會眾安靜祈禱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1481</TotalTime>
  <Words>22</Words>
  <Application>Microsoft Office PowerPoint</Application>
  <PresentationFormat>寬螢幕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0" baseType="lpstr">
      <vt:lpstr>文鼎中仿</vt:lpstr>
      <vt:lpstr>文鼎粗毛楷</vt:lpstr>
      <vt:lpstr>新細明體</vt:lpstr>
      <vt:lpstr>標楷體</vt:lpstr>
      <vt:lpstr>Arial</vt:lpstr>
      <vt:lpstr>Calibri</vt:lpstr>
      <vt:lpstr>Calibri Light</vt:lpstr>
      <vt:lpstr>Times New Roman</vt:lpstr>
      <vt:lpstr>預設簡報設計</vt:lpstr>
      <vt:lpstr>PowerPoint 簡報</vt:lpstr>
    </vt:vector>
  </TitlesOfParts>
  <Company>Cumberland Presbyterian Church Hong Kong Presbytery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Cally Chan</cp:lastModifiedBy>
  <cp:revision>217</cp:revision>
  <dcterms:created xsi:type="dcterms:W3CDTF">2000-12-15T02:53:00Z</dcterms:created>
  <dcterms:modified xsi:type="dcterms:W3CDTF">2021-11-05T07:14:53Z</dcterms:modified>
</cp:coreProperties>
</file>