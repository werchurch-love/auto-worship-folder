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72" r:id="rId2"/>
  </p:sldMasterIdLst>
  <p:sldIdLst>
    <p:sldId id="256" r:id="rId3"/>
  </p:sldIdLst>
  <p:sldSz cx="12192000" cy="6858000"/>
  <p:notesSz cx="6858000" cy="9144000"/>
  <p:defaultTextStyle>
    <a:defPPr>
      <a:defRPr lang="zh-H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0033"/>
    <a:srgbClr val="FAD9C2"/>
    <a:srgbClr val="FDF1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3" autoAdjust="0"/>
    <p:restoredTop sz="94660"/>
  </p:normalViewPr>
  <p:slideViewPr>
    <p:cSldViewPr snapToGrid="0">
      <p:cViewPr varScale="1">
        <p:scale>
          <a:sx n="71" d="100"/>
          <a:sy n="71" d="100"/>
        </p:scale>
        <p:origin x="65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1.xml"/><Relationship Id="rId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HK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27/12/2025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580016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HK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27/12/2025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5391065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27/12/2025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879458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HK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HK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27/12/2025</a:t>
            </a:fld>
            <a:endParaRPr lang="zh-HK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803774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HK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HK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27/12/2025</a:t>
            </a:fld>
            <a:endParaRPr lang="zh-HK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30736121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27/12/2025</a:t>
            </a:fld>
            <a:endParaRPr lang="zh-HK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41636973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27/12/2025</a:t>
            </a:fld>
            <a:endParaRPr lang="zh-HK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717115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HK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27/12/2025</a:t>
            </a:fld>
            <a:endParaRPr lang="zh-HK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09851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HK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27/12/2025</a:t>
            </a:fld>
            <a:endParaRPr lang="zh-HK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188266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HK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27/12/2025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2292482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HK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08ED8-30D0-49CE-A407-2D3D905DC7AD}" type="datetimeFigureOut">
              <a:rPr lang="zh-HK" altLang="en-US" smtClean="0"/>
              <a:t>27/12/2025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42723217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A0923-53A4-4EF9-8D36-2211106C1081}" type="datetimeFigureOut">
              <a:rPr lang="zh-HK" altLang="en-US" smtClean="0"/>
              <a:t>27/12/2025</a:t>
            </a:fld>
            <a:endParaRPr lang="zh-HK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HK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254CE3-A724-4933-A572-BB78A7A87CD4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1988218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HK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HK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08ED8-30D0-49CE-A407-2D3D905DC7AD}" type="datetimeFigureOut">
              <a:rPr lang="zh-HK" altLang="en-US" smtClean="0"/>
              <a:t>27/12/2025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25DFA7-117A-42F2-BA92-A48F9D142491}" type="slidenum">
              <a:rPr lang="zh-HK" altLang="en-US" smtClean="0"/>
              <a:t>‹#›</a:t>
            </a:fld>
            <a:endParaRPr lang="zh-HK" altLang="en-US"/>
          </a:p>
        </p:txBody>
      </p:sp>
    </p:spTree>
    <p:extLst>
      <p:ext uri="{BB962C8B-B14F-4D97-AF65-F5344CB8AC3E}">
        <p14:creationId xmlns:p14="http://schemas.microsoft.com/office/powerpoint/2010/main" val="843805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zh-HK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HK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FA0923-53A4-4EF9-8D36-2211106C1081}" type="datetimeFigureOut">
              <a:rPr lang="zh-HK" altLang="en-US" smtClean="0"/>
              <a:t>27/12/2025</a:t>
            </a:fld>
            <a:endParaRPr lang="zh-HK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HK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8254CE3-A724-4933-A572-BB78A7A87CD4}" type="slidenum">
              <a:rPr lang="zh-HK" altLang="en-US" smtClean="0"/>
              <a:t>‹#›</a:t>
            </a:fld>
            <a:endParaRPr lang="zh-HK" altLang="en-US"/>
          </a:p>
        </p:txBody>
      </p:sp>
      <p:pic>
        <p:nvPicPr>
          <p:cNvPr id="8" name="圖片 7" descr="一張含有 文字, 標誌, 字型, 圖形 的圖片&#10;&#10;自動產生的描述">
            <a:extLst>
              <a:ext uri="{FF2B5EF4-FFF2-40B4-BE49-F238E27FC236}">
                <a16:creationId xmlns="" xmlns:a16="http://schemas.microsoft.com/office/drawing/2014/main" id="{2B6D0C4E-70EF-5D9F-A1A5-9C959FB07CA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18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H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D9C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3022" y="0"/>
            <a:ext cx="4468978" cy="5755341"/>
          </a:xfrm>
          <a:prstGeom prst="rect">
            <a:avLst/>
          </a:prstGeom>
        </p:spPr>
      </p:pic>
      <p:sp>
        <p:nvSpPr>
          <p:cNvPr id="5" name="矩形 4"/>
          <p:cNvSpPr/>
          <p:nvPr/>
        </p:nvSpPr>
        <p:spPr>
          <a:xfrm>
            <a:off x="294594" y="451882"/>
            <a:ext cx="3265638" cy="193899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12000" b="1" dirty="0" smtClean="0">
                <a:ln w="22225">
                  <a:noFill/>
                  <a:prstDash val="solid"/>
                </a:ln>
                <a:solidFill>
                  <a:srgbClr val="7030A0"/>
                </a:solidFill>
              </a:rPr>
              <a:t>道顯</a:t>
            </a:r>
            <a:endParaRPr lang="zh-TW" altLang="en-US" sz="12000" b="1" cap="none" spc="0" dirty="0">
              <a:ln w="22225">
                <a:noFill/>
                <a:prstDash val="solid"/>
              </a:ln>
              <a:solidFill>
                <a:srgbClr val="7030A0"/>
              </a:solidFill>
              <a:effectLst/>
            </a:endParaRPr>
          </a:p>
        </p:txBody>
      </p:sp>
      <p:sp>
        <p:nvSpPr>
          <p:cNvPr id="6" name="矩形 5"/>
          <p:cNvSpPr/>
          <p:nvPr/>
        </p:nvSpPr>
        <p:spPr>
          <a:xfrm>
            <a:off x="1442489" y="2538792"/>
            <a:ext cx="5307863" cy="193899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12000" b="1" cap="none" spc="0" dirty="0" smtClean="0">
                <a:ln w="0"/>
                <a:solidFill>
                  <a:srgbClr val="66003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歡迎您</a:t>
            </a:r>
            <a:r>
              <a:rPr lang="en-US" altLang="zh-TW" sz="12000" b="1" cap="none" spc="0" dirty="0" smtClean="0">
                <a:ln w="0"/>
                <a:solidFill>
                  <a:srgbClr val="66003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!</a:t>
            </a:r>
            <a:endParaRPr lang="zh-TW" altLang="en-US" sz="12000" b="1" cap="none" spc="0" dirty="0">
              <a:ln w="0"/>
              <a:solidFill>
                <a:srgbClr val="660033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555913461"/>
      </p:ext>
    </p:extLst>
  </p:cSld>
  <p:clrMapOvr>
    <a:masterClrMapping/>
  </p:clrMapOvr>
</p:sld>
</file>

<file path=ppt/theme/theme1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5</Words>
  <Application>Microsoft Office PowerPoint</Application>
  <PresentationFormat>寬螢幕</PresentationFormat>
  <Paragraphs>2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新細明體</vt:lpstr>
      <vt:lpstr>Arial</vt:lpstr>
      <vt:lpstr>Calibri</vt:lpstr>
      <vt:lpstr>Calibri Light</vt:lpstr>
      <vt:lpstr>自訂設計</vt:lpstr>
      <vt:lpstr>1_Office 佈景主題</vt:lpstr>
      <vt:lpstr>PowerPoint 簡報</vt:lpstr>
    </vt:vector>
  </TitlesOfParts>
  <Company>Tao Hsien Church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Kenix Kwan</dc:creator>
  <cp:lastModifiedBy>Kenix Kwan</cp:lastModifiedBy>
  <cp:revision>3</cp:revision>
  <dcterms:created xsi:type="dcterms:W3CDTF">2025-12-27T05:24:30Z</dcterms:created>
  <dcterms:modified xsi:type="dcterms:W3CDTF">2025-12-27T05:33:57Z</dcterms:modified>
</cp:coreProperties>
</file>