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72" r:id="rId2"/>
  </p:sldMasterIdLst>
  <p:sldIdLst>
    <p:sldId id="256" r:id="rId3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FAD9C2"/>
    <a:srgbClr val="FDF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" dt="2026-09-01T16:43:35.114"/>
    <p1510:client id="{821D6C69-1F2B-6B88-8EB5-E8F7D43E7186}" v="250" dt="2026-09-01T19:32:12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1" d="100"/>
          <a:sy n="71" d="100"/>
        </p:scale>
        <p:origin x="6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8ED8-30D0-49CE-A407-2D3D905DC7AD}" type="datetimeFigureOut">
              <a:rPr lang="zh-HK" altLang="en-US" smtClean="0"/>
              <a:t>1/9/2026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5DFA7-117A-42F2-BA92-A48F9D14249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80016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8ED8-30D0-49CE-A407-2D3D905DC7AD}" type="datetimeFigureOut">
              <a:rPr lang="zh-HK" altLang="en-US" smtClean="0"/>
              <a:t>1/9/2026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5DFA7-117A-42F2-BA92-A48F9D14249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39106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8ED8-30D0-49CE-A407-2D3D905DC7AD}" type="datetimeFigureOut">
              <a:rPr lang="zh-HK" altLang="en-US" smtClean="0"/>
              <a:t>1/9/2026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5DFA7-117A-42F2-BA92-A48F9D14249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79458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8ED8-30D0-49CE-A407-2D3D905DC7AD}" type="datetimeFigureOut">
              <a:rPr lang="zh-HK" altLang="en-US" smtClean="0"/>
              <a:t>1/9/2026</a:t>
            </a:fld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5DFA7-117A-42F2-BA92-A48F9D14249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0377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8ED8-30D0-49CE-A407-2D3D905DC7AD}" type="datetimeFigureOut">
              <a:rPr lang="zh-HK" altLang="en-US" smtClean="0"/>
              <a:t>1/9/2026</a:t>
            </a:fld>
            <a:endParaRPr lang="zh-HK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5DFA7-117A-42F2-BA92-A48F9D14249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73612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8ED8-30D0-49CE-A407-2D3D905DC7AD}" type="datetimeFigureOut">
              <a:rPr lang="zh-HK" altLang="en-US" smtClean="0"/>
              <a:t>1/9/2026</a:t>
            </a:fld>
            <a:endParaRPr lang="zh-HK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5DFA7-117A-42F2-BA92-A48F9D14249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63697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8ED8-30D0-49CE-A407-2D3D905DC7AD}" type="datetimeFigureOut">
              <a:rPr lang="zh-HK" altLang="en-US" smtClean="0"/>
              <a:t>1/9/2026</a:t>
            </a:fld>
            <a:endParaRPr lang="zh-HK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5DFA7-117A-42F2-BA92-A48F9D14249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1711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8ED8-30D0-49CE-A407-2D3D905DC7AD}" type="datetimeFigureOut">
              <a:rPr lang="zh-HK" altLang="en-US" smtClean="0"/>
              <a:t>1/9/2026</a:t>
            </a:fld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5DFA7-117A-42F2-BA92-A48F9D14249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9851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8ED8-30D0-49CE-A407-2D3D905DC7AD}" type="datetimeFigureOut">
              <a:rPr lang="zh-HK" altLang="en-US" smtClean="0"/>
              <a:t>1/9/2026</a:t>
            </a:fld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5DFA7-117A-42F2-BA92-A48F9D14249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88266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8ED8-30D0-49CE-A407-2D3D905DC7AD}" type="datetimeFigureOut">
              <a:rPr lang="zh-HK" altLang="en-US" smtClean="0"/>
              <a:t>1/9/2026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5DFA7-117A-42F2-BA92-A48F9D14249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92482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8ED8-30D0-49CE-A407-2D3D905DC7AD}" type="datetimeFigureOut">
              <a:rPr lang="zh-HK" altLang="en-US" smtClean="0"/>
              <a:t>1/9/2026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5DFA7-117A-42F2-BA92-A48F9D14249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272321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0923-53A4-4EF9-8D36-2211106C1081}" type="datetimeFigureOut">
              <a:rPr lang="zh-HK" altLang="en-US" smtClean="0"/>
              <a:t>1/9/2026</a:t>
            </a:fld>
            <a:endParaRPr lang="zh-HK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4CE3-A724-4933-A572-BB78A7A87CD4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88218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08ED8-30D0-49CE-A407-2D3D905DC7AD}" type="datetimeFigureOut">
              <a:rPr lang="zh-HK" altLang="en-US" smtClean="0"/>
              <a:t>1/9/2026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5DFA7-117A-42F2-BA92-A48F9D14249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43805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A0923-53A4-4EF9-8D36-2211106C1081}" type="datetimeFigureOut">
              <a:rPr lang="zh-HK" altLang="en-US" smtClean="0"/>
              <a:t>1/9/2026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54CE3-A724-4933-A572-BB78A7A87CD4}" type="slidenum">
              <a:rPr lang="zh-HK" altLang="en-US" smtClean="0"/>
              <a:t>‹#›</a:t>
            </a:fld>
            <a:endParaRPr lang="zh-HK" altLang="en-US"/>
          </a:p>
        </p:txBody>
      </p:sp>
      <p:pic>
        <p:nvPicPr>
          <p:cNvPr id="8" name="圖片 7" descr="一張含有 文字, 標誌, 字型, 圖形 的圖片&#10;&#10;自動產生的描述">
            <a:extLst>
              <a:ext uri="{FF2B5EF4-FFF2-40B4-BE49-F238E27FC236}">
                <a16:creationId xmlns:a16="http://schemas.microsoft.com/office/drawing/2014/main" id="{2B6D0C4E-70EF-5D9F-A1A5-9C959FB07C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816668" y="3656392"/>
            <a:ext cx="4188219" cy="15798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zh-TW" altLang="en-US" sz="9600" b="1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JhengHei"/>
                <a:ea typeface="Microsoft JhengHei"/>
              </a:rPr>
              <a:t>歡迎您</a:t>
            </a:r>
            <a:r>
              <a:rPr lang="en-US" altLang="zh-TW" sz="9600" b="1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JhengHei"/>
                <a:ea typeface="Microsoft JhengHei"/>
              </a:rPr>
              <a:t>!</a:t>
            </a:r>
            <a:endParaRPr lang="zh-TW" altLang="en-US" sz="9600" b="1" cap="none" spc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Microsoft JhengHei"/>
              <a:ea typeface="Microsoft JhengHei"/>
            </a:endParaRPr>
          </a:p>
        </p:txBody>
      </p:sp>
      <p:sp>
        <p:nvSpPr>
          <p:cNvPr id="3" name="矩形 5">
            <a:extLst>
              <a:ext uri="{FF2B5EF4-FFF2-40B4-BE49-F238E27FC236}">
                <a16:creationId xmlns:a16="http://schemas.microsoft.com/office/drawing/2014/main" id="{133FC13B-3299-746F-96C8-190F4EBEB1B7}"/>
              </a:ext>
            </a:extLst>
          </p:cNvPr>
          <p:cNvSpPr/>
          <p:nvPr/>
        </p:nvSpPr>
        <p:spPr>
          <a:xfrm>
            <a:off x="402725" y="1715831"/>
            <a:ext cx="4603552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zh-TW" sz="12000" b="1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icrosoft JhengHei"/>
                <a:ea typeface="Microsoft JhengHei"/>
                <a:cs typeface="Calibri"/>
              </a:rPr>
              <a:t>我們</a:t>
            </a:r>
            <a:endParaRPr lang="en-US" altLang="zh-TW" sz="12000" b="1">
              <a:ln w="0"/>
              <a:solidFill>
                <a:srgbClr val="C000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Microsoft JhengHei"/>
              <a:ea typeface="Microsoft JhengHe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5913461"/>
      </p:ext>
    </p:extLst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自訂設計</vt:lpstr>
      <vt:lpstr>1_Office 佈景主題</vt:lpstr>
      <vt:lpstr>PowerPoint Presentation</vt:lpstr>
    </vt:vector>
  </TitlesOfParts>
  <Company>Tao Hsien Church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Kenix Kwan</dc:creator>
  <cp:lastModifiedBy>Kenix Kwan</cp:lastModifiedBy>
  <cp:revision>106</cp:revision>
  <dcterms:created xsi:type="dcterms:W3CDTF">2025-12-27T05:24:30Z</dcterms:created>
  <dcterms:modified xsi:type="dcterms:W3CDTF">2026-09-01T19:32:22Z</dcterms:modified>
</cp:coreProperties>
</file>