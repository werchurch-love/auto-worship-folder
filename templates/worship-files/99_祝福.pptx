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F99FF"/>
    <a:srgbClr val="660066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0929"/>
  </p:normalViewPr>
  <p:slideViewPr>
    <p:cSldViewPr>
      <p:cViewPr varScale="1">
        <p:scale>
          <a:sx n="89" d="100"/>
          <a:sy n="89" d="100"/>
        </p:scale>
        <p:origin x="96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7A5E2-2249-4A5C-ABCD-396C94CB1C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911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418F0-65FC-4EEF-9037-4F7C44C5CB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838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41BC50-4C9B-4DD2-A5A1-5FF3DD2F79F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7140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02643-791A-4D86-9ABA-9A767511571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2146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092BE-8FC8-4F8F-A758-336D075754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718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4D501-4497-49A3-A396-8A38DBB9BD3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880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9615B-59EB-44D4-9A67-1C7DAB90CA3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927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DD6E4-464D-45ED-A5B8-E54F7B248FA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595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F642-FEE7-48E4-85ED-AA110EE05D7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861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0F4BA-D96A-4298-B303-5D69E05A3DB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262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50FB0-12A4-4221-BC8A-B13A45F7107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384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HK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HK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233A52-A66A-421B-A501-7B3F355B660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Picture 2" descr="https://1.bp.blogspot.com/-C1mlzZNa-V4/U1j6mg8K0LI/AAAAAAAAIgw/WVibBO8SVPA/s1600/rainbow-landscape-2560x1600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3"/>
          <p:cNvSpPr txBox="1">
            <a:spLocks noChangeArrowheads="1"/>
          </p:cNvSpPr>
          <p:nvPr/>
        </p:nvSpPr>
        <p:spPr bwMode="auto">
          <a:xfrm>
            <a:off x="5807968" y="1124744"/>
            <a:ext cx="4176464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TW" altLang="en-US" sz="15000" b="1" dirty="0">
                <a:ln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隸" panose="03000609000000000000" pitchFamily="65" charset="-120"/>
                <a:ea typeface="文鼎中隸" panose="03000609000000000000" pitchFamily="65" charset="-120"/>
              </a:rPr>
              <a:t>祝福</a:t>
            </a:r>
            <a:endParaRPr lang="en-US" altLang="zh-TW" sz="15000" b="1" dirty="0">
              <a:ln>
                <a:solidFill>
                  <a:schemeClr val="tx1"/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中隸" panose="03000609000000000000" pitchFamily="65" charset="-120"/>
              <a:ea typeface="文鼎中隸" panose="03000609000000000000" pitchFamily="65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1025</TotalTime>
  <Words>1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文鼎中隸</vt:lpstr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>Cumberland Presbyterian Church Hong Kong Presbytery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Cally Chan</cp:lastModifiedBy>
  <cp:revision>155</cp:revision>
  <dcterms:created xsi:type="dcterms:W3CDTF">2000-12-15T05:17:58Z</dcterms:created>
  <dcterms:modified xsi:type="dcterms:W3CDTF">2021-07-31T03:20:44Z</dcterms:modified>
</cp:coreProperties>
</file>