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IPTURE_TITLE"/>
          <p:cNvSpPr txBox="1"/>
          <p:nvPr/>
        </p:nvSpPr>
        <p:spPr>
          <a:xfrm>
            <a:off x="415826" y="243185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u="sng" dirty="0">
                <a:solidFill>
                  <a:srgbClr val="141C2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{{SCRIPTURE_TITLE}}</a:t>
            </a:r>
          </a:p>
        </p:txBody>
      </p:sp>
      <p:sp>
        <p:nvSpPr>
          <p:cNvPr id="6" name="SCRIPTURE_TEXT"/>
          <p:cNvSpPr txBox="1"/>
          <p:nvPr/>
        </p:nvSpPr>
        <p:spPr>
          <a:xfrm>
            <a:off x="415826" y="967525"/>
            <a:ext cx="11340000" cy="4680000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pPr algn="l">
              <a:lnSpc>
                <a:spcPts val="5000"/>
              </a:lnSpc>
            </a:pPr>
            <a:r>
              <a:rPr sz="4000" dirty="0">
                <a:solidFill>
                  <a:srgbClr val="12121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{{SCRIPTURE_TEXT}}</a:t>
            </a:r>
          </a:p>
        </p:txBody>
      </p:sp>
      <p:sp>
        <p:nvSpPr>
          <p:cNvPr id="5" name="SCRIPTURE_TITLE"/>
          <p:cNvSpPr txBox="1"/>
          <p:nvPr/>
        </p:nvSpPr>
        <p:spPr>
          <a:xfrm>
            <a:off x="415826" y="6036363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dirty="0">
                <a:solidFill>
                  <a:srgbClr val="141C23"/>
                </a:solidFill>
                <a:latin typeface="+mj-ea"/>
                <a:ea typeface="+mj-ea"/>
              </a:rPr>
              <a:t>{{SCRIPTURE_TITLE}}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微軟正黑體</vt:lpstr>
      <vt:lpstr>標楷體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Sam Fung</cp:lastModifiedBy>
  <cp:revision>14</cp:revision>
  <dcterms:created xsi:type="dcterms:W3CDTF">2013-01-27T09:14:16Z</dcterms:created>
  <dcterms:modified xsi:type="dcterms:W3CDTF">2026-08-28T07:18:08Z</dcterms:modified>
  <cp:category/>
</cp:coreProperties>
</file>