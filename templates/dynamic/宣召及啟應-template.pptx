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1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2.xml" ContentType="application/vnd.openxmlformats-officedocument.presentationml.slide+xml"/>
  <Override PartName="/ppt/changesInfos/changesInfo1.xml" ContentType="application/vnd.ms-powerpoint.changesinfo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96" d="100"/>
          <a:sy n="96" d="100"/>
        </p:scale>
        <p:origin x="72" y="14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ableStyles" Target="/ppt/tableStyles.xml" Id="rId8" /><Relationship Type="http://schemas.openxmlformats.org/officeDocument/2006/relationships/slide" Target="/ppt/slides/slide1.xml" Id="rId3" /><Relationship Type="http://schemas.openxmlformats.org/officeDocument/2006/relationships/theme" Target="/ppt/theme/theme1.xml" Id="rId7" /><Relationship Type="http://schemas.openxmlformats.org/officeDocument/2006/relationships/slideMaster" Target="/ppt/slideMasters/slideMaster1.xml" Id="rId1" /><Relationship Type="http://schemas.openxmlformats.org/officeDocument/2006/relationships/viewProps" Target="/ppt/viewProps.xml" Id="rId6" /><Relationship Type="http://schemas.openxmlformats.org/officeDocument/2006/relationships/presProps" Target="/ppt/presProps.xml" Id="rId5" /><Relationship Type="http://schemas.openxmlformats.org/officeDocument/2006/relationships/slide" Target="/ppt/slides/slide2.xml" Id="rId4" /><Relationship Type="http://schemas.microsoft.com/office/2016/11/relationships/changesInfo" Target="/ppt/changesInfos/changesInfo1.xml" Id="rId9" 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 Fung" userId="e9dde229f212a63a" providerId="LiveId" clId="{0438B005-358E-409D-BDE6-162C49288926}"/>
    <pc:docChg chg="undo custSel modSld modMainMaster">
      <pc:chgData name="Sam Fung" userId="e9dde229f212a63a" providerId="LiveId" clId="{0438B005-358E-409D-BDE6-162C49288926}" dt="2026-09-04T15:55:29.106" v="96" actId="207"/>
      <pc:docMkLst>
        <pc:docMk/>
      </pc:docMkLst>
      <pc:sldChg chg="addSp modSp mod">
        <pc:chgData name="Sam Fung" userId="e9dde229f212a63a" providerId="LiveId" clId="{0438B005-358E-409D-BDE6-162C49288926}" dt="2026-09-04T15:27:02.427" v="77" actId="962"/>
        <pc:sldMkLst>
          <pc:docMk/>
          <pc:sldMk cId="0" sldId="256"/>
        </pc:sldMkLst>
        <pc:spChg chg="add mod">
          <ac:chgData name="Sam Fung" userId="e9dde229f212a63a" providerId="LiveId" clId="{0438B005-358E-409D-BDE6-162C49288926}" dt="2026-09-04T15:27:02.427" v="77" actId="962"/>
          <ac:spMkLst>
            <pc:docMk/>
            <pc:sldMk cId="0" sldId="256"/>
            <ac:spMk id="2" creationId="{8429EB85-AE83-625A-2EC6-2A7EC08489AB}"/>
          </ac:spMkLst>
        </pc:spChg>
        <pc:spChg chg="mod">
          <ac:chgData name="Sam Fung" userId="e9dde229f212a63a" providerId="LiveId" clId="{0438B005-358E-409D-BDE6-162C49288926}" dt="2026-09-04T15:26:40.050" v="76" actId="962"/>
          <ac:spMkLst>
            <pc:docMk/>
            <pc:sldMk cId="0" sldId="256"/>
            <ac:spMk id="3074" creationId="{00000000-0000-0000-0000-000000000000}"/>
          </ac:spMkLst>
        </pc:spChg>
      </pc:sldChg>
      <pc:sldChg chg="addSp modSp mod">
        <pc:chgData name="Sam Fung" userId="e9dde229f212a63a" providerId="LiveId" clId="{0438B005-358E-409D-BDE6-162C49288926}" dt="2026-09-04T15:55:29.106" v="96" actId="207"/>
        <pc:sldMkLst>
          <pc:docMk/>
          <pc:sldMk cId="386892681" sldId="257"/>
        </pc:sldMkLst>
        <pc:spChg chg="add mod">
          <ac:chgData name="Sam Fung" userId="e9dde229f212a63a" providerId="LiveId" clId="{0438B005-358E-409D-BDE6-162C49288926}" dt="2026-09-04T15:55:29.106" v="96" actId="207"/>
          <ac:spMkLst>
            <pc:docMk/>
            <pc:sldMk cId="386892681" sldId="257"/>
            <ac:spMk id="2" creationId="{C8F1021D-3687-D182-E1AF-DF2594C252B9}"/>
          </ac:spMkLst>
        </pc:spChg>
        <pc:spChg chg="mod">
          <ac:chgData name="Sam Fung" userId="e9dde229f212a63a" providerId="LiveId" clId="{0438B005-358E-409D-BDE6-162C49288926}" dt="2026-09-04T15:47:32.874" v="94" actId="962"/>
          <ac:spMkLst>
            <pc:docMk/>
            <pc:sldMk cId="386892681" sldId="257"/>
            <ac:spMk id="8" creationId="{AC95BBD5-A518-B55B-9B89-E8237068CC9E}"/>
          </ac:spMkLst>
        </pc:spChg>
      </pc:sldChg>
      <pc:sldMasterChg chg="delSp">
        <pc:chgData name="Sam Fung" userId="e9dde229f212a63a" providerId="LiveId" clId="{0438B005-358E-409D-BDE6-162C49288926}" dt="2026-09-04T12:44:00.827" v="0" actId="478"/>
        <pc:sldMasterMkLst>
          <pc:docMk/>
          <pc:sldMasterMk cId="0" sldId="2147483648"/>
        </pc:sldMasterMkLst>
        <pc:picChg chg="del">
          <ac:chgData name="Sam Fung" userId="e9dde229f212a63a" providerId="LiveId" clId="{0438B005-358E-409D-BDE6-162C49288926}" dt="2026-09-04T12:44:00.827" v="0" actId="478"/>
          <ac:picMkLst>
            <pc:docMk/>
            <pc:sldMasterMk cId="0" sldId="2147483648"/>
            <ac:picMk id="1026" creationId="{00000000-0000-0000-0000-000000000000}"/>
          </ac:picMkLst>
        </pc:picChg>
      </pc:sldMasterChg>
      <pc:sldMasterChg chg="delSp mod">
        <pc:chgData name="Sam Fung" userId="e9dde229f212a63a" providerId="LiveId" clId="{0438B005-358E-409D-BDE6-162C49288926}" dt="2026-09-04T12:45:14.852" v="1" actId="478"/>
        <pc:sldMasterMkLst>
          <pc:docMk/>
          <pc:sldMasterMk cId="0" sldId="2147483667"/>
        </pc:sldMasterMkLst>
        <pc:picChg chg="del">
          <ac:chgData name="Sam Fung" userId="e9dde229f212a63a" providerId="LiveId" clId="{0438B005-358E-409D-BDE6-162C49288926}" dt="2026-09-04T12:45:14.852" v="1" actId="478"/>
          <ac:picMkLst>
            <pc:docMk/>
            <pc:sldMasterMk cId="0" sldId="2147483667"/>
            <ac:picMk id="8" creationId="{00000000-0000-0000-0000-000000000000}"/>
          </ac:picMkLst>
        </pc:picChg>
      </pc:sldMasterChg>
    </pc:docChg>
  </pc:docChgLst>
</pc:chgInfo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 txBox="1"/>
          <p:nvPr userDrawn="1"/>
        </p:nvSpPr>
        <p:spPr bwMode="auto">
          <a:xfrm>
            <a:off x="1219200" y="11255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algn="ctr" eaLnBrk="1" hangingPunct="1">
              <a:defRPr/>
            </a:pPr>
            <a:endParaRPr kumimoji="0" lang="zh-TW" altLang="en-US" sz="6000">
              <a:solidFill>
                <a:schemeClr val="bg1"/>
              </a:solidFill>
              <a:latin typeface="Adobe 楷体 Std R" pitchFamily="18" charset="-122"/>
              <a:ea typeface="Adobe 楷体 Std R" pitchFamily="18" charset="-122"/>
            </a:endParaRPr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8" /><Relationship Type="http://schemas.openxmlformats.org/officeDocument/2006/relationships/theme" Target="/ppt/theme/theme1.xml" Id="rId19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9D8F3"/>
            </a:gs>
            <a:gs pos="100000">
              <a:srgbClr val="B6CAE2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619125"/>
            <a:ext cx="10363200" cy="15954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366963"/>
            <a:ext cx="10363200" cy="3424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8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A6325ED7-EBAC-40D9-9ACF-643BF69E546B}" type="datetimeFigureOut">
              <a:rPr lang="en-US"/>
              <a:t>9/4/2026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5883275"/>
            <a:ext cx="66722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3" y="5883275"/>
            <a:ext cx="7635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203190B7-A191-4C4C-B9A8-1F9793A48B33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8"/>
  </p:sldLayoutIdLst>
  <p:txStyles>
    <p:titleStyle>
      <a:lvl1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kern="1200" cap="all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2pPr>
      <a:lvl3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3pPr>
      <a:lvl4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4pPr>
      <a:lvl5pPr algn="ctr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Tw Cen MT" panose="020B0602020104020603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2000" kern="1200" cap="all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kern="1200" cap="all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600" kern="1200" cap="all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CRIPTURE_TEXT_1"/>
          <p:cNvSpPr>
            <a:spLocks noGrp="1"/>
          </p:cNvSpPr>
          <p:nvPr>
            <p:ph type="ctrTitle" idx="4294967295"/>
          </p:nvPr>
        </p:nvSpPr>
        <p:spPr>
          <a:xfrm>
            <a:off x="407988" y="1115616"/>
            <a:ext cx="11304636" cy="701731"/>
          </a:xfrm>
        </p:spPr>
        <p:txBody>
          <a:bodyPr anchor="t">
            <a:spAutoFit/>
          </a:bodyPr>
          <a:lstStyle/>
          <a:p>
            <a:pPr algn="l"/>
            <a:r>
              <a:rPr lang="en-US" altLang="zh-TW" sz="4400" b="1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{{SCRIPTURE_TEXT}}</a:t>
            </a:r>
          </a:p>
        </p:txBody>
      </p:sp>
      <p:sp>
        <p:nvSpPr>
          <p:cNvPr id="20483" name="CALL_1"/>
          <p:cNvSpPr txBox="1"/>
          <p:nvPr/>
        </p:nvSpPr>
        <p:spPr bwMode="auto">
          <a:xfrm>
            <a:off x="407988" y="-27384"/>
            <a:ext cx="1871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宣召</a:t>
            </a:r>
          </a:p>
        </p:txBody>
      </p:sp>
      <p:sp>
        <p:nvSpPr>
          <p:cNvPr id="2" name="SCRIPTURE_SOURCE_1">
            <a:extLst>
              <a:ext uri="{FF2B5EF4-FFF2-40B4-BE49-F238E27FC236}">
                <a16:creationId xmlns:a16="http://schemas.microsoft.com/office/drawing/2014/main" id="{8429EB85-AE83-625A-2EC6-2A7EC08489AB}"/>
              </a:ext>
            </a:extLst>
          </p:cNvPr>
          <p:cNvSpPr txBox="1">
            <a:spLocks/>
          </p:cNvSpPr>
          <p:nvPr/>
        </p:nvSpPr>
        <p:spPr>
          <a:xfrm>
            <a:off x="407988" y="1817347"/>
            <a:ext cx="11304636" cy="7017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algn="r"/>
            <a:r>
              <a:rPr kumimoji="0" lang="en-US" altLang="zh-TW" sz="4400" b="1" dirty="0">
                <a:solidFill>
                  <a:srgbClr val="7030A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{{SCRIPTURE_SOURCE}}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CR_1"/>
          <p:cNvSpPr txBox="1"/>
          <p:nvPr/>
        </p:nvSpPr>
        <p:spPr bwMode="auto">
          <a:xfrm>
            <a:off x="407988" y="0"/>
            <a:ext cx="1871662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FontTx/>
              <a:buNone/>
            </a:pPr>
            <a:r>
              <a:rPr kumimoji="0" lang="zh-TW" altLang="en-US" sz="6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啟應</a:t>
            </a:r>
          </a:p>
        </p:txBody>
      </p:sp>
      <p:sp>
        <p:nvSpPr>
          <p:cNvPr id="8" name="CALL_RESPONSE_TEXT_1">
            <a:extLst>
              <a:ext uri="{FF2B5EF4-FFF2-40B4-BE49-F238E27FC236}">
                <a16:creationId xmlns:a16="http://schemas.microsoft.com/office/drawing/2014/main" id="{AC95BBD5-A518-B55B-9B89-E8237068CC9E}"/>
              </a:ext>
            </a:extLst>
          </p:cNvPr>
          <p:cNvSpPr txBox="1">
            <a:spLocks/>
          </p:cNvSpPr>
          <p:nvPr/>
        </p:nvSpPr>
        <p:spPr>
          <a:xfrm>
            <a:off x="407988" y="1142999"/>
            <a:ext cx="11449891" cy="6740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marL="1080000" indent="-1080000" algn="l"/>
            <a:r>
              <a:rPr kumimoji="0" lang="en-US" altLang="zh-TW" sz="4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{{CALL_RESPONSE_TEXT}}</a:t>
            </a:r>
            <a:endParaRPr kumimoji="0" lang="zh-TW" altLang="en-US" sz="4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中圓" panose="020F0609000000000000" pitchFamily="49" charset="-120"/>
              <a:ea typeface="文鼎中圓" panose="020F0609000000000000" pitchFamily="49" charset="-120"/>
            </a:endParaRPr>
          </a:p>
        </p:txBody>
      </p:sp>
      <p:sp>
        <p:nvSpPr>
          <p:cNvPr id="2" name="CALL_RESPONSE_SOURCE_1">
            <a:extLst>
              <a:ext uri="{FF2B5EF4-FFF2-40B4-BE49-F238E27FC236}">
                <a16:creationId xmlns:a16="http://schemas.microsoft.com/office/drawing/2014/main" id="{C8F1021D-3687-D182-E1AF-DF2594C252B9}"/>
              </a:ext>
            </a:extLst>
          </p:cNvPr>
          <p:cNvSpPr txBox="1">
            <a:spLocks/>
          </p:cNvSpPr>
          <p:nvPr/>
        </p:nvSpPr>
        <p:spPr>
          <a:xfrm>
            <a:off x="407987" y="1821427"/>
            <a:ext cx="11449891" cy="674031"/>
          </a:xfrm>
          <a:prstGeom prst="rect">
            <a:avLst/>
          </a:prstGeom>
        </p:spPr>
        <p:txBody>
          <a:bodyPr vert="horz" lIns="91440" tIns="45720" rIns="91440" bIns="45720" rtlCol="0" anchor="t">
            <a:spAutoFit/>
          </a:bodyPr>
          <a:lstStyle>
            <a:lvl1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 kern="1200" cap="all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2pPr>
            <a:lvl3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3pPr>
            <a:lvl4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4pPr>
            <a:lvl5pPr algn="ctr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600">
                <a:solidFill>
                  <a:schemeClr val="tx1"/>
                </a:solidFill>
                <a:latin typeface="Tw Cen MT" panose="020B0602020104020603" pitchFamily="34" charset="0"/>
                <a:ea typeface="新細明體" panose="02020500000000000000" pitchFamily="18" charset="-120"/>
              </a:defRPr>
            </a:lvl9pPr>
          </a:lstStyle>
          <a:p>
            <a:pPr marL="1080000" indent="-1080000" algn="r"/>
            <a:r>
              <a:rPr kumimoji="0" lang="en-US" altLang="zh-TW" sz="42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圓" panose="020F0609000000000000" pitchFamily="49" charset="-120"/>
                <a:ea typeface="文鼎中圓" panose="020F0609000000000000" pitchFamily="49" charset="-120"/>
              </a:rPr>
              <a:t>{{CALL_RESPONSE_SOURCE}}</a:t>
            </a:r>
            <a:endParaRPr kumimoji="0" lang="zh-TW" altLang="en-US" sz="4200" b="1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中圓" panose="020F0609000000000000" pitchFamily="49" charset="-120"/>
              <a:ea typeface="文鼎中圓" panose="020F06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892681"/>
      </p:ext>
    </p:extLst>
  </p:cSld>
  <p:clrMapOvr>
    <a:masterClrMapping/>
  </p:clrMapOvr>
</p:sld>
</file>

<file path=ppt/theme/theme1.xml><?xml version="1.0" encoding="utf-8"?>
<a:theme xmlns:a="http://schemas.openxmlformats.org/drawingml/2006/main" name="小水滴">
  <a:themeElements>
    <a:clrScheme name="小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小水滴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小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小水滴</Template>
  <TotalTime>155</TotalTime>
  <Words>28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11" baseType="lpstr">
      <vt:lpstr>Adobe 楷体 Std R</vt:lpstr>
      <vt:lpstr>微軟正黑體</vt:lpstr>
      <vt:lpstr>文鼎中圓</vt:lpstr>
      <vt:lpstr>Arial</vt:lpstr>
      <vt:lpstr>Calibri</vt:lpstr>
      <vt:lpstr>Calibri Light</vt:lpstr>
      <vt:lpstr>Tw Cen MT</vt:lpstr>
      <vt:lpstr>小水滴</vt:lpstr>
      <vt:lpstr>1_Office 佈景主題</vt:lpstr>
      <vt:lpstr>{{SCRIPTURE_TEXT}}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「我心裏湧出美辭； 我論到我為王做的事， 我的舌頭是快手筆。」                 (詩篇四十五1)</dc:title>
  <dc:creator>user</dc:creator>
  <cp:lastModifiedBy>Sam Fung</cp:lastModifiedBy>
  <cp:revision>239</cp:revision>
  <dcterms:created xsi:type="dcterms:W3CDTF">2020-07-06T03:56:00Z</dcterms:created>
  <dcterms:modified xsi:type="dcterms:W3CDTF">2026-09-04T15:58:49Z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9B486F9F49524FD4BF2731B05B1D70E4_13</vt:lpwstr>
  </property>
  <property fmtid="{D5CDD505-2E9C-101B-9397-08002B2CF9AE}" pid="3" name="KSOProductBuildVer">
    <vt:lpwstr>3076-12.2.0.23196</vt:lpwstr>
  </property>
</Properties>
</file>