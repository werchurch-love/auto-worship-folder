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7" r:id="rId2"/>
  </p:sldMasterIdLst>
  <p:sldIdLst>
    <p:sldId id="256" r:id="rId3"/>
    <p:sldId id="257" r:id="rId4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96" d="100"/>
          <a:sy n="96" d="100"/>
        </p:scale>
        <p:origin x="72" y="149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Fung" userId="e9dde229f212a63a" providerId="LiveId" clId="{0438B005-358E-409D-BDE6-162C49288926}"/>
    <pc:docChg chg="undo custSel modSld modMainMaster">
      <pc:chgData name="Sam Fung" userId="e9dde229f212a63a" providerId="LiveId" clId="{0438B005-358E-409D-BDE6-162C49288926}" dt="2026-09-04T15:55:29.106" v="96" actId="207"/>
      <pc:docMkLst>
        <pc:docMk/>
      </pc:docMkLst>
      <pc:sldChg chg="addSp modSp mod">
        <pc:chgData name="Sam Fung" userId="e9dde229f212a63a" providerId="LiveId" clId="{0438B005-358E-409D-BDE6-162C49288926}" dt="2026-09-04T15:27:02.427" v="77" actId="962"/>
        <pc:sldMkLst>
          <pc:docMk/>
          <pc:sldMk cId="0" sldId="256"/>
        </pc:sldMkLst>
        <pc:spChg chg="add mod">
          <ac:chgData name="Sam Fung" userId="e9dde229f212a63a" providerId="LiveId" clId="{0438B005-358E-409D-BDE6-162C49288926}" dt="2026-09-04T15:27:02.427" v="77" actId="962"/>
          <ac:spMkLst>
            <pc:docMk/>
            <pc:sldMk cId="0" sldId="256"/>
            <ac:spMk id="2" creationId="{8429EB85-AE83-625A-2EC6-2A7EC08489AB}"/>
          </ac:spMkLst>
        </pc:spChg>
        <pc:spChg chg="mod">
          <ac:chgData name="Sam Fung" userId="e9dde229f212a63a" providerId="LiveId" clId="{0438B005-358E-409D-BDE6-162C49288926}" dt="2026-09-04T15:26:40.050" v="76" actId="962"/>
          <ac:spMkLst>
            <pc:docMk/>
            <pc:sldMk cId="0" sldId="256"/>
            <ac:spMk id="3074" creationId="{00000000-0000-0000-0000-000000000000}"/>
          </ac:spMkLst>
        </pc:spChg>
      </pc:sldChg>
      <pc:sldChg chg="addSp modSp mod">
        <pc:chgData name="Sam Fung" userId="e9dde229f212a63a" providerId="LiveId" clId="{0438B005-358E-409D-BDE6-162C49288926}" dt="2026-09-04T15:55:29.106" v="96" actId="207"/>
        <pc:sldMkLst>
          <pc:docMk/>
          <pc:sldMk cId="386892681" sldId="257"/>
        </pc:sldMkLst>
        <pc:spChg chg="add mod">
          <ac:chgData name="Sam Fung" userId="e9dde229f212a63a" providerId="LiveId" clId="{0438B005-358E-409D-BDE6-162C49288926}" dt="2026-09-04T15:55:29.106" v="96" actId="207"/>
          <ac:spMkLst>
            <pc:docMk/>
            <pc:sldMk cId="386892681" sldId="257"/>
            <ac:spMk id="2" creationId="{C8F1021D-3687-D182-E1AF-DF2594C252B9}"/>
          </ac:spMkLst>
        </pc:spChg>
        <pc:spChg chg="mod">
          <ac:chgData name="Sam Fung" userId="e9dde229f212a63a" providerId="LiveId" clId="{0438B005-358E-409D-BDE6-162C49288926}" dt="2026-09-04T15:47:32.874" v="94" actId="962"/>
          <ac:spMkLst>
            <pc:docMk/>
            <pc:sldMk cId="386892681" sldId="257"/>
            <ac:spMk id="8" creationId="{AC95BBD5-A518-B55B-9B89-E8237068CC9E}"/>
          </ac:spMkLst>
        </pc:spChg>
      </pc:sldChg>
      <pc:sldMasterChg chg="delSp">
        <pc:chgData name="Sam Fung" userId="e9dde229f212a63a" providerId="LiveId" clId="{0438B005-358E-409D-BDE6-162C49288926}" dt="2026-09-04T12:44:00.827" v="0" actId="478"/>
        <pc:sldMasterMkLst>
          <pc:docMk/>
          <pc:sldMasterMk cId="0" sldId="2147483648"/>
        </pc:sldMasterMkLst>
        <pc:picChg chg="del">
          <ac:chgData name="Sam Fung" userId="e9dde229f212a63a" providerId="LiveId" clId="{0438B005-358E-409D-BDE6-162C49288926}" dt="2026-09-04T12:44:00.827" v="0" actId="478"/>
          <ac:picMkLst>
            <pc:docMk/>
            <pc:sldMasterMk cId="0" sldId="2147483648"/>
            <ac:picMk id="1026" creationId="{00000000-0000-0000-0000-000000000000}"/>
          </ac:picMkLst>
        </pc:picChg>
      </pc:sldMasterChg>
      <pc:sldMasterChg chg="delSp mod">
        <pc:chgData name="Sam Fung" userId="e9dde229f212a63a" providerId="LiveId" clId="{0438B005-358E-409D-BDE6-162C49288926}" dt="2026-09-04T12:45:14.852" v="1" actId="478"/>
        <pc:sldMasterMkLst>
          <pc:docMk/>
          <pc:sldMasterMk cId="0" sldId="2147483667"/>
        </pc:sldMasterMkLst>
        <pc:picChg chg="del">
          <ac:chgData name="Sam Fung" userId="e9dde229f212a63a" providerId="LiveId" clId="{0438B005-358E-409D-BDE6-162C49288926}" dt="2026-09-04T12:45:14.852" v="1" actId="478"/>
          <ac:picMkLst>
            <pc:docMk/>
            <pc:sldMasterMk cId="0" sldId="2147483667"/>
            <ac:picMk id="8" creationId="{00000000-0000-0000-0000-000000000000}"/>
          </ac:picMkLst>
        </pc:pic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/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3BC2CC-BE1F-47BA-9D76-82786A17E1A4}" type="datetimeFigureOut">
              <a:rPr lang="en-US"/>
              <a:t>9/4/2026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0F4595-2FE9-4389-8FCF-4085765C0CB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5D907D-B906-45EC-8C39-B59124F194E3}" type="datetimeFigureOut">
              <a:rPr lang="en-US"/>
              <a:t>9/4/2026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2A591-6AB4-4F8B-B014-59CC0FBC1C7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9447EE-ED9D-4F43-A59B-F6C546C0617C}" type="datetimeFigureOut">
              <a:rPr lang="en-US"/>
              <a:t>9/4/2026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85A697-12E2-4154-B9E3-D2C3595DD7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3596F1-D71B-432C-95B3-D0D4C3899B26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3AF197-EC3A-47EF-A03F-C4DC16BEF36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6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CA510-55EA-4321-B8F0-6F4BDDF1E72E}" type="datetimeFigureOut">
              <a:rPr lang="en-US"/>
              <a:t>9/4/2026</a:t>
            </a:fld>
            <a:endParaRPr lang="en-US"/>
          </a:p>
        </p:txBody>
      </p:sp>
      <p:sp>
        <p:nvSpPr>
          <p:cNvPr id="9" name="Footer Placeholder 7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4629A8-E3E5-4A6E-B0A8-E9BF73D3085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628F27-41F0-4C6F-A0A1-2A455EB2EC6A}" type="datetimeFigureOut">
              <a:rPr lang="en-US"/>
              <a:t>9/4/2026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7C13B-388D-41DE-89B2-7B9C362FB3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61618B-11DC-4397-956E-C7ECDEFC9E5E}" type="datetimeFigureOut">
              <a:rPr lang="en-US"/>
              <a:t>9/4/2026</a:t>
            </a:fld>
            <a:endParaRPr lang="en-US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A343FC-E492-4CCC-B6F7-8A97C23A28A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CD9F0B-FDD7-4C3C-A47D-7C2534F85793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EEBEAC-24E0-4338-8B2E-7CF8572A2D7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B44785-2D78-4BDF-818E-3F8B7D261DED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DB7286-5FA1-43C9-A1C7-BE8A6BC0077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E0BE58-9E6C-40C0-9C59-7B3739926A05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7E570A-47AE-4F5D-9E91-CE399DC2704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AD1F2F-18B7-4314-859E-DAA6B242E6C2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2C359-BD4D-46D9-ADEC-3B8304E7AF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12"/>
          <p:cNvSpPr txBox="1"/>
          <p:nvPr/>
        </p:nvSpPr>
        <p:spPr>
          <a:xfrm>
            <a:off x="1001713" y="754063"/>
            <a:ext cx="609600" cy="584200"/>
          </a:xfrm>
          <a:prstGeom prst="rect">
            <a:avLst/>
          </a:prstGeom>
        </p:spPr>
        <p:txBody>
          <a:bodyPr anchor="ctr"/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>
              <a:defRPr/>
            </a:pPr>
            <a:r>
              <a:rPr lang="en-US" sz="8000" dirty="0">
                <a:effectLst/>
              </a:rPr>
              <a:t>“</a:t>
            </a:r>
          </a:p>
        </p:txBody>
      </p:sp>
      <p:sp>
        <p:nvSpPr>
          <p:cNvPr id="7" name="TextBox 13"/>
          <p:cNvSpPr txBox="1"/>
          <p:nvPr/>
        </p:nvSpPr>
        <p:spPr>
          <a:xfrm>
            <a:off x="10556875" y="2994025"/>
            <a:ext cx="609600" cy="584200"/>
          </a:xfrm>
          <a:prstGeom prst="rect">
            <a:avLst/>
          </a:prstGeom>
        </p:spPr>
        <p:txBody>
          <a:bodyPr anchor="ctr"/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algn="r">
              <a:defRPr/>
            </a:pPr>
            <a:r>
              <a:rPr lang="en-US" sz="8000" dirty="0"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/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2A67E2-7DC7-41E1-9577-9D51ABEB807D}" type="datetimeFigureOut">
              <a:rPr lang="en-US"/>
              <a:t>9/4/2026</a:t>
            </a:fld>
            <a:endParaRPr lang="en-US"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5C4B72-9D36-4689-93EC-48A7DBEE1A5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EE32B1-FBDD-4E26-9545-AE19742DAFCE}" type="datetimeFigureOut">
              <a:rPr lang="en-US"/>
              <a:t>9/4/2026</a:t>
            </a:fld>
            <a:endParaRPr lang="en-US"/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9C66CF-D510-439C-A97C-21A2E6604DF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" name="Date Placeholder 2"/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4BB8C6-6B0A-4C09-B829-6008FFA23B52}" type="datetimeFigureOut">
              <a:rPr lang="en-US"/>
              <a:t>9/4/2026</a:t>
            </a:fld>
            <a:endParaRPr lang="en-US"/>
          </a:p>
        </p:txBody>
      </p:sp>
      <p:sp>
        <p:nvSpPr>
          <p:cNvPr id="16" name="Footer Placeholder 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" name="Slide Number Placeholder 4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D96833-812D-4143-90F4-7687E48B4F8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/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42D182-D1F7-4B9A-83F5-79AA37731337}" type="datetimeFigureOut">
              <a:rPr lang="en-US"/>
              <a:t>9/4/2026</a:t>
            </a:fld>
            <a:endParaRPr lang="en-US"/>
          </a:p>
        </p:txBody>
      </p:sp>
      <p:sp>
        <p:nvSpPr>
          <p:cNvPr id="14" name="Footer Placeholder 3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24C6C3-3C09-41B9-ACE4-377BCD05C9D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45A4ED-7125-4F1D-9B18-A2A1B4DA0A90}" type="datetimeFigureOut">
              <a:rPr lang="en-US"/>
              <a:t>9/4/2026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2A9345-0B46-4E32-9AC4-95FB384040D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8BB7C3-40D1-4C4E-ADC1-45561C8A7B3B}" type="datetimeFigureOut">
              <a:rPr lang="en-US"/>
              <a:t>9/4/2026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FC0761-9113-481F-BC4D-C41AF5CA460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 txBox="1"/>
          <p:nvPr userDrawn="1"/>
        </p:nvSpPr>
        <p:spPr bwMode="auto">
          <a:xfrm>
            <a:off x="1219200" y="11255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 algn="ctr" eaLnBrk="1" hangingPunct="1">
              <a:defRPr/>
            </a:pPr>
            <a:endParaRPr kumimoji="0" lang="zh-TW" altLang="en-US" sz="6000">
              <a:solidFill>
                <a:schemeClr val="bg1"/>
              </a:solidFill>
              <a:latin typeface="Adobe 楷体 Std R" pitchFamily="18" charset="-122"/>
              <a:ea typeface="Adobe 楷体 Std R" pitchFamily="18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A0923-53A4-4EF9-8D36-2211106C1081}" type="datetimeFigureOut">
              <a:rPr lang="zh-HK" altLang="en-US" smtClean="0"/>
              <a:t>4/9/2026</a:t>
            </a:fld>
            <a:endParaRPr lang="zh-HK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E9D8F3"/>
            </a:gs>
            <a:gs pos="100000">
              <a:srgbClr val="B6CAE2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619125"/>
            <a:ext cx="10363200" cy="15954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366963"/>
            <a:ext cx="10363200" cy="3424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8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6325ED7-EBAC-40D9-9ACF-643BF69E546B}" type="datetimeFigureOut">
              <a:rPr lang="en-US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4400" y="5883275"/>
            <a:ext cx="66722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3" y="5883275"/>
            <a:ext cx="7635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03190B7-A191-4C4C-B9A8-1F9793A48B33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kern="1200" cap="all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Tw Cen MT" panose="020B0602020104020603" pitchFamily="34" charset="0"/>
          <a:ea typeface="新細明體" panose="02020500000000000000" pitchFamily="18" charset="-120"/>
        </a:defRPr>
      </a:lvl9pPr>
    </p:titleStyle>
    <p:bodyStyle>
      <a:lvl1pPr marL="228600" indent="-228600" algn="l" rtl="0" eaLnBrk="0" fontAlgn="base" hangingPunct="0">
        <a:lnSpc>
          <a:spcPct val="120000"/>
        </a:lnSpc>
        <a:spcBef>
          <a:spcPts val="1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 kern="1200" cap="all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120000"/>
        </a:lnSpc>
        <a:spcBef>
          <a:spcPts val="5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kern="1200" cap="all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120000"/>
        </a:lnSpc>
        <a:spcBef>
          <a:spcPts val="5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600" kern="1200" cap="all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120000"/>
        </a:lnSpc>
        <a:spcBef>
          <a:spcPts val="5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400" kern="1200" cap="all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120000"/>
        </a:lnSpc>
        <a:spcBef>
          <a:spcPts val="5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400" kern="1200" cap="all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A0923-53A4-4EF9-8D36-2211106C1081}" type="datetimeFigureOut">
              <a:rPr lang="zh-HK" altLang="en-US" smtClean="0"/>
              <a:t>4/9/2026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CRIPTURE_TEXT_1"/>
          <p:cNvSpPr>
            <a:spLocks noGrp="1"/>
          </p:cNvSpPr>
          <p:nvPr>
            <p:ph type="ctrTitle" idx="4294967295"/>
          </p:nvPr>
        </p:nvSpPr>
        <p:spPr>
          <a:xfrm>
            <a:off x="407988" y="1115616"/>
            <a:ext cx="11304636" cy="701731"/>
          </a:xfrm>
        </p:spPr>
        <p:txBody>
          <a:bodyPr anchor="t">
            <a:spAutoFit/>
          </a:bodyPr>
          <a:lstStyle/>
          <a:p>
            <a:pPr algn="l"/>
            <a:r>
              <a:rPr lang="en-US" altLang="zh-TW" sz="4400" b="1" dirty="0"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文鼎中圓" panose="020F0609000000000000" pitchFamily="49" charset="-120"/>
                <a:ea typeface="文鼎中圓" panose="020F0609000000000000" pitchFamily="49" charset="-120"/>
              </a:rPr>
              <a:t>{{SCRIPTURE_TEXT}}</a:t>
            </a:r>
          </a:p>
        </p:txBody>
      </p:sp>
      <p:sp>
        <p:nvSpPr>
          <p:cNvPr id="20483" name="CALL_1"/>
          <p:cNvSpPr txBox="1"/>
          <p:nvPr/>
        </p:nvSpPr>
        <p:spPr bwMode="auto">
          <a:xfrm>
            <a:off x="407988" y="-27384"/>
            <a:ext cx="1871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kumimoji="0" lang="zh-TW" altLang="en-US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宣召</a:t>
            </a:r>
          </a:p>
        </p:txBody>
      </p:sp>
      <p:sp>
        <p:nvSpPr>
          <p:cNvPr id="2" name="SCRIPTURE_SOURCE_1">
            <a:extLst>
              <a:ext uri="{FF2B5EF4-FFF2-40B4-BE49-F238E27FC236}">
                <a16:creationId xmlns:a16="http://schemas.microsoft.com/office/drawing/2014/main" id="{8429EB85-AE83-625A-2EC6-2A7EC08489AB}"/>
              </a:ext>
            </a:extLst>
          </p:cNvPr>
          <p:cNvSpPr txBox="1">
            <a:spLocks/>
          </p:cNvSpPr>
          <p:nvPr/>
        </p:nvSpPr>
        <p:spPr>
          <a:xfrm>
            <a:off x="407988" y="1817347"/>
            <a:ext cx="11304636" cy="701731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2pPr>
            <a:lvl3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3pPr>
            <a:lvl4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4pPr>
            <a:lvl5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5pPr>
            <a:lvl6pPr marL="4572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6pPr>
            <a:lvl7pPr marL="9144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7pPr>
            <a:lvl8pPr marL="13716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8pPr>
            <a:lvl9pPr marL="18288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9pPr>
          </a:lstStyle>
          <a:p>
            <a:pPr algn="r"/>
            <a:r>
              <a:rPr kumimoji="0" lang="en-US" altLang="zh-TW" sz="4400" b="1" dirty="0"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文鼎中圓" panose="020F0609000000000000" pitchFamily="49" charset="-120"/>
                <a:ea typeface="文鼎中圓" panose="020F0609000000000000" pitchFamily="49" charset="-120"/>
              </a:rPr>
              <a:t>{{SCRIPTURE_SOURCE}}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CR_1"/>
          <p:cNvSpPr txBox="1"/>
          <p:nvPr/>
        </p:nvSpPr>
        <p:spPr bwMode="auto">
          <a:xfrm>
            <a:off x="407988" y="0"/>
            <a:ext cx="1871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kumimoji="0" lang="zh-TW" altLang="en-US" sz="6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啟應</a:t>
            </a:r>
          </a:p>
        </p:txBody>
      </p:sp>
      <p:sp>
        <p:nvSpPr>
          <p:cNvPr id="8" name="CALL_RESPONSE_TEXT_1">
            <a:extLst>
              <a:ext uri="{FF2B5EF4-FFF2-40B4-BE49-F238E27FC236}">
                <a16:creationId xmlns:a16="http://schemas.microsoft.com/office/drawing/2014/main" id="{AC95BBD5-A518-B55B-9B89-E8237068CC9E}"/>
              </a:ext>
            </a:extLst>
          </p:cNvPr>
          <p:cNvSpPr txBox="1">
            <a:spLocks/>
          </p:cNvSpPr>
          <p:nvPr/>
        </p:nvSpPr>
        <p:spPr>
          <a:xfrm>
            <a:off x="407988" y="1142999"/>
            <a:ext cx="11449891" cy="674031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2pPr>
            <a:lvl3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3pPr>
            <a:lvl4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4pPr>
            <a:lvl5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5pPr>
            <a:lvl6pPr marL="4572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6pPr>
            <a:lvl7pPr marL="9144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7pPr>
            <a:lvl8pPr marL="13716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8pPr>
            <a:lvl9pPr marL="18288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9pPr>
          </a:lstStyle>
          <a:p>
            <a:pPr marL="1080000" indent="-1080000" algn="l"/>
            <a:r>
              <a:rPr kumimoji="0" lang="en-US" altLang="zh-TW" sz="4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文鼎中圓" panose="020F0609000000000000" pitchFamily="49" charset="-120"/>
                <a:ea typeface="文鼎中圓" panose="020F0609000000000000" pitchFamily="49" charset="-120"/>
              </a:rPr>
              <a:t>{{CALL_RESPONSE_TEXT}}</a:t>
            </a:r>
            <a:endParaRPr kumimoji="0" lang="zh-TW" altLang="en-US" sz="4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文鼎中圓" panose="020F0609000000000000" pitchFamily="49" charset="-120"/>
              <a:ea typeface="文鼎中圓" panose="020F0609000000000000" pitchFamily="49" charset="-120"/>
            </a:endParaRPr>
          </a:p>
        </p:txBody>
      </p:sp>
      <p:sp>
        <p:nvSpPr>
          <p:cNvPr id="2" name="CALL_RESPONSE_SOURCE_1">
            <a:extLst>
              <a:ext uri="{FF2B5EF4-FFF2-40B4-BE49-F238E27FC236}">
                <a16:creationId xmlns:a16="http://schemas.microsoft.com/office/drawing/2014/main" id="{C8F1021D-3687-D182-E1AF-DF2594C252B9}"/>
              </a:ext>
            </a:extLst>
          </p:cNvPr>
          <p:cNvSpPr txBox="1">
            <a:spLocks/>
          </p:cNvSpPr>
          <p:nvPr/>
        </p:nvSpPr>
        <p:spPr>
          <a:xfrm>
            <a:off x="407987" y="1821427"/>
            <a:ext cx="11449891" cy="674031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2pPr>
            <a:lvl3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3pPr>
            <a:lvl4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4pPr>
            <a:lvl5pPr algn="ctr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5pPr>
            <a:lvl6pPr marL="4572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6pPr>
            <a:lvl7pPr marL="9144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7pPr>
            <a:lvl8pPr marL="13716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8pPr>
            <a:lvl9pPr marL="1828800"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w Cen MT" panose="020B0602020104020603" pitchFamily="34" charset="0"/>
                <a:ea typeface="新細明體" panose="02020500000000000000" pitchFamily="18" charset="-120"/>
              </a:defRPr>
            </a:lvl9pPr>
          </a:lstStyle>
          <a:p>
            <a:pPr marL="1080000" indent="-1080000" algn="r"/>
            <a:r>
              <a:rPr kumimoji="0" lang="en-US" altLang="zh-TW" sz="4200" b="1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文鼎中圓" panose="020F0609000000000000" pitchFamily="49" charset="-120"/>
                <a:ea typeface="文鼎中圓" panose="020F0609000000000000" pitchFamily="49" charset="-120"/>
              </a:rPr>
              <a:t>{{CALL_RESPONSE_SOURCE}}</a:t>
            </a:r>
            <a:endParaRPr kumimoji="0" lang="zh-TW" altLang="en-US" sz="4200" b="1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文鼎中圓" panose="020F0609000000000000" pitchFamily="49" charset="-120"/>
              <a:ea typeface="文鼎中圓" panose="020F0609000000000000" pitchFamily="49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892681"/>
      </p:ext>
    </p:extLst>
  </p:cSld>
  <p:clrMapOvr>
    <a:masterClrMapping/>
  </p:clrMapOvr>
</p:sld>
</file>

<file path=ppt/theme/theme1.xml><?xml version="1.0" encoding="utf-8"?>
<a:theme xmlns:a="http://schemas.openxmlformats.org/drawingml/2006/main" name="小水滴">
  <a:themeElements>
    <a:clrScheme name="小水滴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小水滴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小水滴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小水滴</Template>
  <TotalTime>155</TotalTime>
  <Words>28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Adobe 楷体 Std R</vt:lpstr>
      <vt:lpstr>微軟正黑體</vt:lpstr>
      <vt:lpstr>文鼎中圓</vt:lpstr>
      <vt:lpstr>Arial</vt:lpstr>
      <vt:lpstr>Calibri</vt:lpstr>
      <vt:lpstr>Calibri Light</vt:lpstr>
      <vt:lpstr>Tw Cen MT</vt:lpstr>
      <vt:lpstr>小水滴</vt:lpstr>
      <vt:lpstr>1_Office 佈景主題</vt:lpstr>
      <vt:lpstr>{{SCRIPTURE_TEXT}}</vt:lpstr>
      <vt:lpstr>PowerPoint Presentation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「我心裏湧出美辭； 我論到我為王做的事， 我的舌頭是快手筆。」                 (詩篇四十五1)</dc:title>
  <dc:creator>user</dc:creator>
  <cp:lastModifiedBy>Sam Fung</cp:lastModifiedBy>
  <cp:revision>239</cp:revision>
  <dcterms:created xsi:type="dcterms:W3CDTF">2020-07-06T03:56:00Z</dcterms:created>
  <dcterms:modified xsi:type="dcterms:W3CDTF">2026-09-04T15:58:49Z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9B486F9F49524FD4BF2731B05B1D70E4_13</vt:lpwstr>
  </property>
  <property fmtid="{D5CDD505-2E9C-101B-9397-08002B2CF9AE}" pid="3" name="KSOProductBuildVer">
    <vt:lpwstr>3076-12.2.0.23196</vt:lpwstr>
  </property>
</Properties>
</file>