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72" y="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Fung" userId="e9dde229f212a63a" providerId="LiveId" clId="{3FBC12C6-C900-496F-9D1D-56899E1D4AAF}"/>
    <pc:docChg chg="modSld modMainMaster">
      <pc:chgData name="Sam Fung" userId="e9dde229f212a63a" providerId="LiveId" clId="{3FBC12C6-C900-496F-9D1D-56899E1D4AAF}" dt="2026-09-04T15:38:29.353" v="6" actId="113"/>
      <pc:docMkLst>
        <pc:docMk/>
      </pc:docMkLst>
      <pc:sldChg chg="modSp mod setBg">
        <pc:chgData name="Sam Fung" userId="e9dde229f212a63a" providerId="LiveId" clId="{3FBC12C6-C900-496F-9D1D-56899E1D4AAF}" dt="2026-09-04T15:38:29.353" v="6" actId="113"/>
        <pc:sldMkLst>
          <pc:docMk/>
          <pc:sldMk cId="0" sldId="256"/>
        </pc:sldMkLst>
        <pc:spChg chg="mod">
          <ac:chgData name="Sam Fung" userId="e9dde229f212a63a" providerId="LiveId" clId="{3FBC12C6-C900-496F-9D1D-56899E1D4AAF}" dt="2026-09-04T12:36:51.802" v="1" actId="14838"/>
          <ac:spMkLst>
            <pc:docMk/>
            <pc:sldMk cId="0" sldId="256"/>
            <ac:spMk id="5" creationId="{00000000-0000-0000-0000-000000000000}"/>
          </ac:spMkLst>
        </pc:spChg>
        <pc:spChg chg="mod">
          <ac:chgData name="Sam Fung" userId="e9dde229f212a63a" providerId="LiveId" clId="{3FBC12C6-C900-496F-9D1D-56899E1D4AAF}" dt="2026-09-04T15:38:29.353" v="6" actId="113"/>
          <ac:spMkLst>
            <pc:docMk/>
            <pc:sldMk cId="0" sldId="256"/>
            <ac:spMk id="6" creationId="{00000000-0000-0000-0000-000000000000}"/>
          </ac:spMkLst>
        </pc:spChg>
      </pc:sldChg>
      <pc:sldMasterChg chg="setBg modSldLayout">
        <pc:chgData name="Sam Fung" userId="e9dde229f212a63a" providerId="LiveId" clId="{3FBC12C6-C900-496F-9D1D-56899E1D4AAF}" dt="2026-09-04T12:37:28.123" v="5"/>
        <pc:sldMasterMkLst>
          <pc:docMk/>
          <pc:sldMasterMk cId="2209977519" sldId="2147483648"/>
        </pc:sldMasterMkLst>
        <pc:sldLayoutChg chg="setBg">
          <pc:chgData name="Sam Fung" userId="e9dde229f212a63a" providerId="LiveId" clId="{3FBC12C6-C900-496F-9D1D-56899E1D4AAF}" dt="2026-09-04T12:37:28.123" v="5"/>
          <pc:sldLayoutMkLst>
            <pc:docMk/>
            <pc:sldMasterMk cId="2209977519" sldId="2147483648"/>
            <pc:sldLayoutMk cId="3168075583" sldId="2147483649"/>
          </pc:sldLayoutMkLst>
        </pc:sldLayoutChg>
        <pc:sldLayoutChg chg="setBg">
          <pc:chgData name="Sam Fung" userId="e9dde229f212a63a" providerId="LiveId" clId="{3FBC12C6-C900-496F-9D1D-56899E1D4AAF}" dt="2026-09-04T12:37:28.123" v="5"/>
          <pc:sldLayoutMkLst>
            <pc:docMk/>
            <pc:sldMasterMk cId="2209977519" sldId="2147483648"/>
            <pc:sldLayoutMk cId="2614314258" sldId="2147483650"/>
          </pc:sldLayoutMkLst>
        </pc:sldLayoutChg>
        <pc:sldLayoutChg chg="setBg">
          <pc:chgData name="Sam Fung" userId="e9dde229f212a63a" providerId="LiveId" clId="{3FBC12C6-C900-496F-9D1D-56899E1D4AAF}" dt="2026-09-04T12:37:28.123" v="5"/>
          <pc:sldLayoutMkLst>
            <pc:docMk/>
            <pc:sldMasterMk cId="2209977519" sldId="2147483648"/>
            <pc:sldLayoutMk cId="960648375" sldId="2147483651"/>
          </pc:sldLayoutMkLst>
        </pc:sldLayoutChg>
        <pc:sldLayoutChg chg="setBg">
          <pc:chgData name="Sam Fung" userId="e9dde229f212a63a" providerId="LiveId" clId="{3FBC12C6-C900-496F-9D1D-56899E1D4AAF}" dt="2026-09-04T12:37:28.123" v="5"/>
          <pc:sldLayoutMkLst>
            <pc:docMk/>
            <pc:sldMasterMk cId="2209977519" sldId="2147483648"/>
            <pc:sldLayoutMk cId="2782244947" sldId="2147483652"/>
          </pc:sldLayoutMkLst>
        </pc:sldLayoutChg>
        <pc:sldLayoutChg chg="setBg">
          <pc:chgData name="Sam Fung" userId="e9dde229f212a63a" providerId="LiveId" clId="{3FBC12C6-C900-496F-9D1D-56899E1D4AAF}" dt="2026-09-04T12:37:28.123" v="5"/>
          <pc:sldLayoutMkLst>
            <pc:docMk/>
            <pc:sldMasterMk cId="2209977519" sldId="2147483648"/>
            <pc:sldLayoutMk cId="990158736" sldId="2147483653"/>
          </pc:sldLayoutMkLst>
        </pc:sldLayoutChg>
        <pc:sldLayoutChg chg="setBg">
          <pc:chgData name="Sam Fung" userId="e9dde229f212a63a" providerId="LiveId" clId="{3FBC12C6-C900-496F-9D1D-56899E1D4AAF}" dt="2026-09-04T12:37:28.123" v="5"/>
          <pc:sldLayoutMkLst>
            <pc:docMk/>
            <pc:sldMasterMk cId="2209977519" sldId="2147483648"/>
            <pc:sldLayoutMk cId="727027711" sldId="2147483654"/>
          </pc:sldLayoutMkLst>
        </pc:sldLayoutChg>
        <pc:sldLayoutChg chg="setBg">
          <pc:chgData name="Sam Fung" userId="e9dde229f212a63a" providerId="LiveId" clId="{3FBC12C6-C900-496F-9D1D-56899E1D4AAF}" dt="2026-09-04T12:37:28.123" v="5"/>
          <pc:sldLayoutMkLst>
            <pc:docMk/>
            <pc:sldMasterMk cId="2209977519" sldId="2147483648"/>
            <pc:sldLayoutMk cId="1212999818" sldId="2147483655"/>
          </pc:sldLayoutMkLst>
        </pc:sldLayoutChg>
        <pc:sldLayoutChg chg="setBg">
          <pc:chgData name="Sam Fung" userId="e9dde229f212a63a" providerId="LiveId" clId="{3FBC12C6-C900-496F-9D1D-56899E1D4AAF}" dt="2026-09-04T12:37:28.123" v="5"/>
          <pc:sldLayoutMkLst>
            <pc:docMk/>
            <pc:sldMasterMk cId="2209977519" sldId="2147483648"/>
            <pc:sldLayoutMk cId="1840726560" sldId="2147483656"/>
          </pc:sldLayoutMkLst>
        </pc:sldLayoutChg>
        <pc:sldLayoutChg chg="setBg">
          <pc:chgData name="Sam Fung" userId="e9dde229f212a63a" providerId="LiveId" clId="{3FBC12C6-C900-496F-9D1D-56899E1D4AAF}" dt="2026-09-04T12:37:28.123" v="5"/>
          <pc:sldLayoutMkLst>
            <pc:docMk/>
            <pc:sldMasterMk cId="2209977519" sldId="2147483648"/>
            <pc:sldLayoutMk cId="3889236939" sldId="2147483657"/>
          </pc:sldLayoutMkLst>
        </pc:sldLayoutChg>
        <pc:sldLayoutChg chg="setBg">
          <pc:chgData name="Sam Fung" userId="e9dde229f212a63a" providerId="LiveId" clId="{3FBC12C6-C900-496F-9D1D-56899E1D4AAF}" dt="2026-09-04T12:37:28.123" v="5"/>
          <pc:sldLayoutMkLst>
            <pc:docMk/>
            <pc:sldMasterMk cId="2209977519" sldId="2147483648"/>
            <pc:sldLayoutMk cId="2910927964" sldId="2147483658"/>
          </pc:sldLayoutMkLst>
        </pc:sldLayoutChg>
        <pc:sldLayoutChg chg="setBg">
          <pc:chgData name="Sam Fung" userId="e9dde229f212a63a" providerId="LiveId" clId="{3FBC12C6-C900-496F-9D1D-56899E1D4AAF}" dt="2026-09-04T12:37:28.123" v="5"/>
          <pc:sldLayoutMkLst>
            <pc:docMk/>
            <pc:sldMasterMk cId="2209977519" sldId="2147483648"/>
            <pc:sldLayoutMk cId="3612223792" sldId="2147483659"/>
          </pc:sldLayoutMkLst>
        </pc:sldLayoutChg>
      </pc:sldMasterChg>
    </pc:docChg>
  </pc:docChgLst>
  <pc:docChgLst>
    <pc:chgData name="Sam Fung" userId="e9dde229f212a63a" providerId="LiveId" clId="{ED4FDC22-1A66-47FC-94B3-C9249CC1211C}"/>
    <pc:docChg chg="modSld">
      <pc:chgData name="Sam Fung" userId="e9dde229f212a63a" providerId="LiveId" clId="{ED4FDC22-1A66-47FC-94B3-C9249CC1211C}" dt="2026-09-02T15:01:45.797" v="7"/>
      <pc:docMkLst>
        <pc:docMk/>
      </pc:docMkLst>
      <pc:sldChg chg="setBg">
        <pc:chgData name="Sam Fung" userId="e9dde229f212a63a" providerId="LiveId" clId="{ED4FDC22-1A66-47FC-94B3-C9249CC1211C}" dt="2026-09-02T15:01:45.797" v="7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IPTURE_TITLE"/>
          <p:cNvSpPr txBox="1"/>
          <p:nvPr/>
        </p:nvSpPr>
        <p:spPr>
          <a:xfrm>
            <a:off x="415826" y="243185"/>
            <a:ext cx="11224790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 u="sng" dirty="0">
                <a:solidFill>
                  <a:srgbClr val="141C2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{{SCRIPTURE_TITLE}}</a:t>
            </a:r>
          </a:p>
        </p:txBody>
      </p:sp>
      <p:sp>
        <p:nvSpPr>
          <p:cNvPr id="6" name="SCRIPTURE_TEXT"/>
          <p:cNvSpPr txBox="1"/>
          <p:nvPr/>
        </p:nvSpPr>
        <p:spPr>
          <a:xfrm>
            <a:off x="415826" y="967524"/>
            <a:ext cx="11340000" cy="4680000"/>
          </a:xfrm>
          <a:prstGeom prst="rect">
            <a:avLst/>
          </a:prstGeom>
          <a:noFill/>
        </p:spPr>
        <p:txBody>
          <a:bodyPr wrap="square" lIns="45720" tIns="27432" rIns="45720" bIns="27432">
            <a:noAutofit/>
          </a:bodyPr>
          <a:lstStyle/>
          <a:p>
            <a:pPr algn="l">
              <a:lnSpc>
                <a:spcPts val="5000"/>
              </a:lnSpc>
            </a:pPr>
            <a:r>
              <a:rPr sz="4000" b="1" dirty="0">
                <a:solidFill>
                  <a:srgbClr val="12121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{{SCRIPTURE_TEXT}}</a:t>
            </a:r>
          </a:p>
        </p:txBody>
      </p:sp>
      <p:sp>
        <p:nvSpPr>
          <p:cNvPr id="5" name="SCRIPTURE_TITLE"/>
          <p:cNvSpPr txBox="1"/>
          <p:nvPr/>
        </p:nvSpPr>
        <p:spPr>
          <a:xfrm>
            <a:off x="415826" y="6036363"/>
            <a:ext cx="11224790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dirty="0">
                <a:solidFill>
                  <a:srgbClr val="141C23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{{SCRIPTURE_TITLE}}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微軟正黑體</vt:lpstr>
      <vt:lpstr>新細明體</vt:lpstr>
      <vt:lpstr>標楷體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Sam Fung</cp:lastModifiedBy>
  <cp:revision>16</cp:revision>
  <dcterms:created xsi:type="dcterms:W3CDTF">2013-01-27T09:14:16Z</dcterms:created>
  <dcterms:modified xsi:type="dcterms:W3CDTF">2026-09-04T15:38:35Z</dcterms:modified>
  <cp:category/>
</cp:coreProperties>
</file>