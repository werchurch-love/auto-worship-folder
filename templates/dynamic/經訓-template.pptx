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Fung" userId="e9dde229f212a63a" providerId="LiveId" clId="{772144C9-46D8-46FD-A8F5-78B39915EB46}"/>
    <pc:docChg chg="modSld">
      <pc:chgData name="Sam Fung" userId="e9dde229f212a63a" providerId="LiveId" clId="{772144C9-46D8-46FD-A8F5-78B39915EB46}" dt="2026-09-04T15:37:59.708" v="48" actId="113"/>
      <pc:docMkLst>
        <pc:docMk/>
      </pc:docMkLst>
      <pc:sldChg chg="modSp mod setBg">
        <pc:chgData name="Sam Fung" userId="e9dde229f212a63a" providerId="LiveId" clId="{772144C9-46D8-46FD-A8F5-78B39915EB46}" dt="2026-09-04T15:37:59.708" v="48" actId="113"/>
        <pc:sldMkLst>
          <pc:docMk/>
          <pc:sldMk cId="0" sldId="256"/>
        </pc:sldMkLst>
        <pc:spChg chg="mod">
          <ac:chgData name="Sam Fung" userId="e9dde229f212a63a" providerId="LiveId" clId="{772144C9-46D8-46FD-A8F5-78B39915EB46}" dt="2026-09-04T12:43:09.421" v="47" actId="148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Sam Fung" userId="e9dde229f212a63a" providerId="LiveId" clId="{772144C9-46D8-46FD-A8F5-78B39915EB46}" dt="2026-09-04T15:37:59.708" v="48" actId="113"/>
          <ac:spMkLst>
            <pc:docMk/>
            <pc:sldMk cId="0" sldId="256"/>
            <ac:spMk id="6" creationId="{00000000-0000-0000-0000-000000000000}"/>
          </ac:spMkLst>
        </pc:spChg>
      </pc:sldChg>
    </pc:docChg>
  </pc:docChgLst>
  <pc:docChgLst>
    <pc:chgData name="Sam Fung" userId="e9dde229f212a63a" providerId="LiveId" clId="{184DD35A-127C-4A14-B6F4-0B7EB3C2D1F4}"/>
    <pc:docChg chg="modSld">
      <pc:chgData name="Sam Fung" userId="e9dde229f212a63a" providerId="LiveId" clId="{184DD35A-127C-4A14-B6F4-0B7EB3C2D1F4}" dt="2026-09-02T15:20:14.581" v="1"/>
      <pc:docMkLst>
        <pc:docMk/>
      </pc:docMkLst>
      <pc:sldChg chg="setBg">
        <pc:chgData name="Sam Fung" userId="e9dde229f212a63a" providerId="LiveId" clId="{184DD35A-127C-4A14-B6F4-0B7EB3C2D1F4}" dt="2026-09-02T15:20:14.581" v="1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50000">
              <a:schemeClr val="accent3">
                <a:lumMod val="20000"/>
                <a:lumOff val="80000"/>
              </a:schemeClr>
            </a:gs>
            <a:gs pos="83000">
              <a:schemeClr val="accent3">
                <a:lumMod val="10000"/>
                <a:lumOff val="90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IPTURE_TITLE"/>
          <p:cNvSpPr txBox="1"/>
          <p:nvPr/>
        </p:nvSpPr>
        <p:spPr>
          <a:xfrm>
            <a:off x="415826" y="243185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u="sng" dirty="0">
                <a:solidFill>
                  <a:srgbClr val="141C2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{{SCRIPTURE_TITLE}}</a:t>
            </a:r>
          </a:p>
        </p:txBody>
      </p:sp>
      <p:sp>
        <p:nvSpPr>
          <p:cNvPr id="6" name="SCRIPTURE_TEXT"/>
          <p:cNvSpPr txBox="1"/>
          <p:nvPr/>
        </p:nvSpPr>
        <p:spPr>
          <a:xfrm>
            <a:off x="415826" y="967525"/>
            <a:ext cx="11340000" cy="468000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l">
              <a:lnSpc>
                <a:spcPts val="5000"/>
              </a:lnSpc>
            </a:pPr>
            <a:r>
              <a:rPr sz="4000" b="1" dirty="0">
                <a:solidFill>
                  <a:srgbClr val="12121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{{SCRIPTURE_TEXT}}</a:t>
            </a:r>
          </a:p>
        </p:txBody>
      </p:sp>
      <p:sp>
        <p:nvSpPr>
          <p:cNvPr id="5" name="SCRIPTURE_TITLE"/>
          <p:cNvSpPr txBox="1"/>
          <p:nvPr/>
        </p:nvSpPr>
        <p:spPr>
          <a:xfrm>
            <a:off x="415826" y="6036363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dirty="0">
                <a:solidFill>
                  <a:srgbClr val="141C2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新細明體" panose="02020500000000000000" pitchFamily="18" charset="-120"/>
                <a:ea typeface="新細明體" panose="02020500000000000000" pitchFamily="18" charset="-120"/>
              </a:rPr>
              <a:t>{{SCRIPTURE_TITLE}}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微軟正黑體</vt:lpstr>
      <vt:lpstr>新細明體</vt:lpstr>
      <vt:lpstr>標楷體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Sam Fung</cp:lastModifiedBy>
  <cp:revision>14</cp:revision>
  <dcterms:created xsi:type="dcterms:W3CDTF">2013-01-27T09:14:16Z</dcterms:created>
  <dcterms:modified xsi:type="dcterms:W3CDTF">2026-09-04T15:38:03Z</dcterms:modified>
  <cp:category/>
</cp:coreProperties>
</file>