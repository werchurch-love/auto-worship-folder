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95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CRIPTURE_TITLE"/>
          <p:cNvSpPr txBox="1"/>
          <p:nvPr/>
        </p:nvSpPr>
        <p:spPr>
          <a:xfrm>
            <a:off x="415826" y="243185"/>
            <a:ext cx="11224790" cy="5693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b="1" u="sng" dirty="0">
                <a:solidFill>
                  <a:srgbClr val="141C23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{{SCRIPTURE_TITLE}}</a:t>
            </a:r>
          </a:p>
        </p:txBody>
      </p:sp>
      <p:sp>
        <p:nvSpPr>
          <p:cNvPr id="6" name="SCRIPTURE_TEXT"/>
          <p:cNvSpPr txBox="1"/>
          <p:nvPr/>
        </p:nvSpPr>
        <p:spPr>
          <a:xfrm>
            <a:off x="415826" y="967524"/>
            <a:ext cx="11340000" cy="4680000"/>
          </a:xfrm>
          <a:prstGeom prst="rect">
            <a:avLst/>
          </a:prstGeom>
          <a:noFill/>
        </p:spPr>
        <p:txBody>
          <a:bodyPr wrap="square" lIns="45720" tIns="27432" rIns="45720" bIns="27432">
            <a:noAutofit/>
          </a:bodyPr>
          <a:lstStyle/>
          <a:p>
            <a:pPr algn="l">
              <a:lnSpc>
                <a:spcPts val="5000"/>
              </a:lnSpc>
            </a:pPr>
            <a:r>
              <a:rPr sz="4000" dirty="0">
                <a:solidFill>
                  <a:srgbClr val="121212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{{SCRIPTURE_TEXT}}</a:t>
            </a:r>
          </a:p>
        </p:txBody>
      </p:sp>
      <p:sp>
        <p:nvSpPr>
          <p:cNvPr id="5" name="SCRIPTURE_TITLE"/>
          <p:cNvSpPr txBox="1"/>
          <p:nvPr/>
        </p:nvSpPr>
        <p:spPr>
          <a:xfrm>
            <a:off x="415826" y="6036363"/>
            <a:ext cx="11224790" cy="5693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100" dirty="0">
                <a:solidFill>
                  <a:srgbClr val="141C23"/>
                </a:solidFill>
                <a:latin typeface="+mj-ea"/>
                <a:ea typeface="+mj-ea"/>
              </a:rPr>
              <a:t>{{SCRIPTURE_TITLE}}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15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微軟正黑體</vt:lpstr>
      <vt:lpstr>標楷體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keywords/>
  <dc:description>generated using python-pptx</dc:description>
  <cp:lastModifiedBy>Sam Fung</cp:lastModifiedBy>
  <cp:revision>16</cp:revision>
  <dcterms:created xsi:type="dcterms:W3CDTF">2013-01-27T09:14:16Z</dcterms:created>
  <dcterms:modified xsi:type="dcterms:W3CDTF">2026-08-28T07:21:31Z</dcterms:modified>
  <cp:category/>
</cp:coreProperties>
</file>