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sldIdLst>
    <p:sldId id="256" r:id="rId3"/>
    <p:sldId id="257" r:id="rId4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1" d="100"/>
          <a:sy n="101" d="100"/>
        </p:scale>
        <p:origin x="324" y="12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/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3BC2CC-BE1F-47BA-9D76-82786A17E1A4}" type="datetimeFigureOut">
              <a:rPr lang="en-US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F4595-2FE9-4389-8FCF-4085765C0CB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D907D-B906-45EC-8C39-B59124F194E3}" type="datetimeFigureOut">
              <a:rPr lang="en-US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2A591-6AB4-4F8B-B014-59CC0FBC1C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447EE-ED9D-4F43-A59B-F6C546C0617C}" type="datetimeFigureOut">
              <a:rPr lang="en-US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85A697-12E2-4154-B9E3-D2C3595DD7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3596F1-D71B-432C-95B3-D0D4C3899B26}" type="datetimeFigureOut">
              <a:rPr lang="en-US"/>
              <a:t>8/28/2026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3AF197-EC3A-47EF-A03F-C4DC16BEF36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CA510-55EA-4321-B8F0-6F4BDDF1E72E}" type="datetimeFigureOut">
              <a:rPr lang="en-US"/>
              <a:t>8/28/2026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4629A8-E3E5-4A6E-B0A8-E9BF73D3085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628F27-41F0-4C6F-A0A1-2A455EB2EC6A}" type="datetimeFigureOut">
              <a:rPr lang="en-US"/>
              <a:t>8/28/2026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C7C13B-388D-41DE-89B2-7B9C362FB3A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1618B-11DC-4397-956E-C7ECDEFC9E5E}" type="datetimeFigureOut">
              <a:rPr lang="en-US"/>
              <a:t>8/28/2026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343FC-E492-4CCC-B6F7-8A97C23A28A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CD9F0B-FDD7-4C3C-A47D-7C2534F85793}" type="datetimeFigureOut">
              <a:rPr lang="en-US"/>
              <a:t>8/28/2026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EBEAC-24E0-4338-8B2E-7CF8572A2D7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44785-2D78-4BDF-818E-3F8B7D261DED}" type="datetimeFigureOut">
              <a:rPr lang="en-US"/>
              <a:t>8/28/2026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DB7286-5FA1-43C9-A1C7-BE8A6BC0077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E0BE58-9E6C-40C0-9C59-7B3739926A05}" type="datetimeFigureOut">
              <a:rPr lang="en-US"/>
              <a:t>8/28/2026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E570A-47AE-4F5D-9E91-CE399DC2704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D1F2F-18B7-4314-859E-DAA6B242E6C2}" type="datetimeFigureOut">
              <a:rPr lang="en-US"/>
              <a:t>8/28/2026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2C359-BD4D-46D9-ADEC-3B8304E7AF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2"/>
          <p:cNvSpPr txBox="1"/>
          <p:nvPr/>
        </p:nvSpPr>
        <p:spPr>
          <a:xfrm>
            <a:off x="1001713" y="754063"/>
            <a:ext cx="6096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8000" dirty="0">
                <a:effectLst/>
              </a:rPr>
              <a:t>“</a:t>
            </a:r>
          </a:p>
        </p:txBody>
      </p:sp>
      <p:sp>
        <p:nvSpPr>
          <p:cNvPr id="7" name="TextBox 13"/>
          <p:cNvSpPr txBox="1"/>
          <p:nvPr/>
        </p:nvSpPr>
        <p:spPr>
          <a:xfrm>
            <a:off x="10556875" y="2994025"/>
            <a:ext cx="6096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>
              <a:defRPr/>
            </a:pPr>
            <a:r>
              <a:rPr lang="en-US" sz="8000" dirty="0"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2A67E2-7DC7-41E1-9577-9D51ABEB807D}" type="datetimeFigureOut">
              <a:rPr lang="en-US"/>
              <a:t>8/28/2026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C4B72-9D36-4689-93EC-48A7DBEE1A5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E32B1-FBDD-4E26-9545-AE19742DAFCE}" type="datetimeFigureOut">
              <a:rPr lang="en-US"/>
              <a:t>8/28/2026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C66CF-D510-439C-A97C-21A2E6604DF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4BB8C6-6B0A-4C09-B829-6008FFA23B52}" type="datetimeFigureOut">
              <a:rPr lang="en-US"/>
              <a:t>8/28/2026</a:t>
            </a:fld>
            <a:endParaRPr lang="en-US"/>
          </a:p>
        </p:txBody>
      </p:sp>
      <p:sp>
        <p:nvSpPr>
          <p:cNvPr id="16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96833-812D-4143-90F4-7687E48B4F8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" name="Date Placeholder 2"/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2D182-D1F7-4B9A-83F5-79AA37731337}" type="datetimeFigureOut">
              <a:rPr lang="en-US"/>
              <a:t>8/28/2026</a:t>
            </a:fld>
            <a:endParaRPr lang="en-US"/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24C6C3-3C09-41B9-ACE4-377BCD05C9D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45A4ED-7125-4F1D-9B18-A2A1B4DA0A90}" type="datetimeFigureOut">
              <a:rPr lang="en-US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A9345-0B46-4E32-9AC4-95FB384040D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B7C3-40D1-4C4E-ADC1-45561C8A7B3B}" type="datetimeFigureOut">
              <a:rPr lang="en-US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C0761-9113-481F-BC4D-C41AF5CA46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 txBox="1"/>
          <p:nvPr userDrawn="1"/>
        </p:nvSpPr>
        <p:spPr bwMode="auto">
          <a:xfrm>
            <a:off x="1219200" y="11255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endParaRPr kumimoji="0" lang="zh-TW" altLang="en-US" sz="6000">
              <a:solidFill>
                <a:schemeClr val="bg1"/>
              </a:solidFill>
              <a:latin typeface="Adobe 楷体 Std R" pitchFamily="18" charset="-122"/>
              <a:ea typeface="Adobe 楷体 Std R" pitchFamily="18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0923-53A4-4EF9-8D36-2211106C1081}" type="datetimeFigureOut">
              <a:rPr lang="zh-HK" altLang="en-US" smtClean="0"/>
              <a:t>28/8/2026</a:t>
            </a:fld>
            <a:endParaRPr lang="zh-HK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4CE3-A724-4933-A572-BB78A7A87CD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D8F3"/>
            </a:gs>
            <a:gs pos="100000">
              <a:srgbClr val="B6CAE2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619125"/>
            <a:ext cx="10363200" cy="15954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66963"/>
            <a:ext cx="10363200" cy="3424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8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6325ED7-EBAC-40D9-9ACF-643BF69E546B}" type="datetimeFigureOut">
              <a:rPr lang="en-US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0" y="5883275"/>
            <a:ext cx="66722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3" y="5883275"/>
            <a:ext cx="7635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03190B7-A191-4C4C-B9A8-1F9793A48B3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kern="1200" cap="all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0" fontAlgn="base" hangingPunct="0">
        <a:lnSpc>
          <a:spcPct val="120000"/>
        </a:lnSpc>
        <a:spcBef>
          <a:spcPts val="1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 kern="1200" cap="all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kern="1200" cap="all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600" kern="1200" cap="all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400" kern="1200" cap="all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400" kern="1200" cap="all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A0923-53A4-4EF9-8D36-2211106C1081}" type="datetimeFigureOut">
              <a:rPr lang="zh-HK" altLang="en-US" smtClean="0"/>
              <a:t>28/8/2026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54CE3-A724-4933-A572-BB78A7A87CD4}" type="slidenum">
              <a:rPr lang="zh-HK" altLang="en-US" smtClean="0"/>
              <a:t>‹#›</a:t>
            </a:fld>
            <a:endParaRPr lang="zh-HK" altLang="en-US"/>
          </a:p>
        </p:txBody>
      </p:sp>
      <p:pic>
        <p:nvPicPr>
          <p:cNvPr id="8" name="圖片 7" descr="一張含有 文字, 標誌, 字型, 圖形 的圖片&#10;&#10;自動產生的描述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ALL_SCRIPTURE_1"/>
          <p:cNvSpPr>
            <a:spLocks noGrp="1"/>
          </p:cNvSpPr>
          <p:nvPr>
            <p:ph type="ctrTitle" idx="4294967295"/>
          </p:nvPr>
        </p:nvSpPr>
        <p:spPr>
          <a:xfrm>
            <a:off x="407988" y="1115616"/>
            <a:ext cx="11304636" cy="701731"/>
          </a:xfrm>
        </p:spPr>
        <p:txBody>
          <a:bodyPr anchor="t">
            <a:spAutoFit/>
          </a:bodyPr>
          <a:lstStyle/>
          <a:p>
            <a:pPr algn="l"/>
            <a:r>
              <a:rPr lang="en-US" altLang="zh-TW" sz="4400" b="1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文鼎中圓" panose="020F0609000000000000" pitchFamily="49" charset="-120"/>
                <a:ea typeface="文鼎中圓" panose="020F0609000000000000" pitchFamily="49" charset="-120"/>
              </a:rPr>
              <a:t>{{CALL_SCRIPTURE}}</a:t>
            </a:r>
          </a:p>
        </p:txBody>
      </p:sp>
      <p:sp>
        <p:nvSpPr>
          <p:cNvPr id="20483" name="CALL_1"/>
          <p:cNvSpPr txBox="1"/>
          <p:nvPr/>
        </p:nvSpPr>
        <p:spPr bwMode="auto">
          <a:xfrm>
            <a:off x="407988" y="-27384"/>
            <a:ext cx="187166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宣召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R_1"/>
          <p:cNvSpPr txBox="1"/>
          <p:nvPr/>
        </p:nvSpPr>
        <p:spPr bwMode="auto">
          <a:xfrm>
            <a:off x="407988" y="0"/>
            <a:ext cx="187166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啟應</a:t>
            </a:r>
          </a:p>
        </p:txBody>
      </p:sp>
      <p:sp>
        <p:nvSpPr>
          <p:cNvPr id="8" name="CALL_RESPONSE_1">
            <a:extLst>
              <a:ext uri="{FF2B5EF4-FFF2-40B4-BE49-F238E27FC236}">
                <a16:creationId xmlns:a16="http://schemas.microsoft.com/office/drawing/2014/main" id="{AC95BBD5-A518-B55B-9B89-E8237068CC9E}"/>
              </a:ext>
            </a:extLst>
          </p:cNvPr>
          <p:cNvSpPr txBox="1">
            <a:spLocks/>
          </p:cNvSpPr>
          <p:nvPr/>
        </p:nvSpPr>
        <p:spPr>
          <a:xfrm>
            <a:off x="407988" y="1142999"/>
            <a:ext cx="11449891" cy="674031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9pPr>
          </a:lstStyle>
          <a:p>
            <a:pPr marL="1080000" indent="-1080000" algn="l"/>
            <a:r>
              <a:rPr kumimoji="0" lang="en-US" altLang="zh-TW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中圓" panose="020F0609000000000000" pitchFamily="49" charset="-120"/>
                <a:ea typeface="文鼎中圓" panose="020F0609000000000000" pitchFamily="49" charset="-120"/>
              </a:rPr>
              <a:t>{{CALL_RESPONSE}}</a:t>
            </a:r>
            <a:endParaRPr kumimoji="0" lang="zh-TW" altLang="en-US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中圓" panose="020F0609000000000000" pitchFamily="49" charset="-120"/>
              <a:ea typeface="文鼎中圓" panose="020F06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892681"/>
      </p:ext>
    </p:extLst>
  </p:cSld>
  <p:clrMapOvr>
    <a:masterClrMapping/>
  </p:clrMapOvr>
</p:sld>
</file>

<file path=ppt/theme/theme1.xml><?xml version="1.0" encoding="utf-8"?>
<a:theme xmlns:a="http://schemas.openxmlformats.org/drawingml/2006/main" name="小水滴">
  <a:themeElements>
    <a:clrScheme name="小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小水滴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小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小水滴</Template>
  <TotalTime>129</TotalTime>
  <Words>14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Adobe 楷体 Std R</vt:lpstr>
      <vt:lpstr>微軟正黑體</vt:lpstr>
      <vt:lpstr>文鼎中圓</vt:lpstr>
      <vt:lpstr>Arial</vt:lpstr>
      <vt:lpstr>Calibri</vt:lpstr>
      <vt:lpstr>Calibri Light</vt:lpstr>
      <vt:lpstr>Tw Cen MT</vt:lpstr>
      <vt:lpstr>小水滴</vt:lpstr>
      <vt:lpstr>1_Office 佈景主題</vt:lpstr>
      <vt:lpstr>{{CALL_SCRIPTURE}}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「我心裏湧出美辭； 我論到我為王做的事， 我的舌頭是快手筆。」                 (詩篇四十五1)</dc:title>
  <dc:creator>user</dc:creator>
  <cp:lastModifiedBy>Sam Fung</cp:lastModifiedBy>
  <cp:revision>239</cp:revision>
  <dcterms:created xsi:type="dcterms:W3CDTF">2020-07-06T03:56:00Z</dcterms:created>
  <dcterms:modified xsi:type="dcterms:W3CDTF">2026-08-28T08:54:03Z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9B486F9F49524FD4BF2731B05B1D70E4_13</vt:lpwstr>
  </property>
  <property fmtid="{D5CDD505-2E9C-101B-9397-08002B2CF9AE}" pid="3" name="KSOProductBuildVer">
    <vt:lpwstr>3076-12.2.0.23196</vt:lpwstr>
  </property>
</Properties>
</file>